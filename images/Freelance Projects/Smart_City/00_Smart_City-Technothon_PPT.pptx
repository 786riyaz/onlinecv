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24"/>
  </p:notesMasterIdLst>
  <p:sldIdLst>
    <p:sldId id="256" r:id="rId2"/>
    <p:sldId id="257" r:id="rId3"/>
    <p:sldId id="319" r:id="rId4"/>
    <p:sldId id="318" r:id="rId5"/>
    <p:sldId id="302" r:id="rId6"/>
    <p:sldId id="303" r:id="rId7"/>
    <p:sldId id="296" r:id="rId8"/>
    <p:sldId id="304" r:id="rId9"/>
    <p:sldId id="306" r:id="rId10"/>
    <p:sldId id="309" r:id="rId11"/>
    <p:sldId id="320" r:id="rId12"/>
    <p:sldId id="310" r:id="rId13"/>
    <p:sldId id="321" r:id="rId14"/>
    <p:sldId id="311" r:id="rId15"/>
    <p:sldId id="322" r:id="rId16"/>
    <p:sldId id="312" r:id="rId17"/>
    <p:sldId id="323" r:id="rId18"/>
    <p:sldId id="307" r:id="rId19"/>
    <p:sldId id="317" r:id="rId20"/>
    <p:sldId id="300" r:id="rId21"/>
    <p:sldId id="308" r:id="rId22"/>
    <p:sldId id="259" r:id="rId23"/>
  </p:sldIdLst>
  <p:sldSz cx="9144000" cy="5143500" type="screen16x9"/>
  <p:notesSz cx="6858000" cy="9144000"/>
  <p:embeddedFontLst>
    <p:embeddedFont>
      <p:font typeface="Algerian" panose="04020705040A02060702" pitchFamily="82" charset="0"/>
      <p:regular r:id="rId25"/>
    </p:embeddedFont>
    <p:embeddedFont>
      <p:font typeface="Helvetica Neue" panose="020B0604020202020204" charset="0"/>
      <p:regular r:id="rId26"/>
      <p:bold r:id="rId27"/>
      <p:italic r:id="rId28"/>
      <p:boldItalic r:id="rId29"/>
    </p:embeddedFont>
    <p:embeddedFont>
      <p:font typeface="Muli" panose="020B0604020202020204" charset="0"/>
      <p:regular r:id="rId30"/>
      <p:italic r:id="rId31"/>
    </p:embeddedFont>
    <p:embeddedFont>
      <p:font typeface="Nixie One" panose="020B0604020202020204" charset="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B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4566FE-454A-467B-9430-7825BFC49C13}" v="4" dt="2025-09-30T08:04:28.010"/>
  </p1510:revLst>
</p1510:revInfo>
</file>

<file path=ppt/tableStyles.xml><?xml version="1.0" encoding="utf-8"?>
<a:tblStyleLst xmlns:a="http://schemas.openxmlformats.org/drawingml/2006/main" def="{28FCBD78-15CE-4661-97E6-459F80314347}">
  <a:tblStyle styleId="{28FCBD78-15CE-4661-97E6-459F80314347}"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4C887C5-50F1-4DB0-841D-C3AB423DDE9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180163107027" userId="3c0191b6-b20b-4a28-ad5c-aea439a89ebc" providerId="ADAL" clId="{872F918E-3859-4655-9966-A84135A14612}"/>
    <pc:docChg chg="undo custSel addSld delSld modSld">
      <pc:chgData name="180163107027" userId="3c0191b6-b20b-4a28-ad5c-aea439a89ebc" providerId="ADAL" clId="{872F918E-3859-4655-9966-A84135A14612}" dt="2025-09-30T08:04:28.010" v="21"/>
      <pc:docMkLst>
        <pc:docMk/>
      </pc:docMkLst>
      <pc:sldChg chg="delSp modSp mod delAnim">
        <pc:chgData name="180163107027" userId="3c0191b6-b20b-4a28-ad5c-aea439a89ebc" providerId="ADAL" clId="{872F918E-3859-4655-9966-A84135A14612}" dt="2025-09-30T08:04:16.111" v="18" actId="20577"/>
        <pc:sldMkLst>
          <pc:docMk/>
          <pc:sldMk cId="2964366565" sldId="313"/>
        </pc:sldMkLst>
        <pc:spChg chg="mod">
          <ac:chgData name="180163107027" userId="3c0191b6-b20b-4a28-ad5c-aea439a89ebc" providerId="ADAL" clId="{872F918E-3859-4655-9966-A84135A14612}" dt="2025-09-30T08:04:16.111" v="18" actId="20577"/>
          <ac:spMkLst>
            <pc:docMk/>
            <pc:sldMk cId="2964366565" sldId="313"/>
            <ac:spMk id="7" creationId="{4493722B-C961-4E0C-AB59-39AB076954BA}"/>
          </ac:spMkLst>
        </pc:spChg>
        <pc:picChg chg="del">
          <ac:chgData name="180163107027" userId="3c0191b6-b20b-4a28-ad5c-aea439a89ebc" providerId="ADAL" clId="{872F918E-3859-4655-9966-A84135A14612}" dt="2025-09-30T08:04:01.007" v="7" actId="478"/>
          <ac:picMkLst>
            <pc:docMk/>
            <pc:sldMk cId="2964366565" sldId="313"/>
            <ac:picMk id="2" creationId="{9DB5651E-BE32-4143-88E3-8CAFE44A9410}"/>
          </ac:picMkLst>
        </pc:picChg>
      </pc:sldChg>
      <pc:sldChg chg="delSp modSp mod delAnim">
        <pc:chgData name="180163107027" userId="3c0191b6-b20b-4a28-ad5c-aea439a89ebc" providerId="ADAL" clId="{872F918E-3859-4655-9966-A84135A14612}" dt="2025-09-30T08:04:21.686" v="19"/>
        <pc:sldMkLst>
          <pc:docMk/>
          <pc:sldMk cId="2838297037" sldId="314"/>
        </pc:sldMkLst>
        <pc:spChg chg="mod">
          <ac:chgData name="180163107027" userId="3c0191b6-b20b-4a28-ad5c-aea439a89ebc" providerId="ADAL" clId="{872F918E-3859-4655-9966-A84135A14612}" dt="2025-09-30T08:04:21.686" v="19"/>
          <ac:spMkLst>
            <pc:docMk/>
            <pc:sldMk cId="2838297037" sldId="314"/>
            <ac:spMk id="7" creationId="{4493722B-C961-4E0C-AB59-39AB076954BA}"/>
          </ac:spMkLst>
        </pc:spChg>
        <pc:picChg chg="del">
          <ac:chgData name="180163107027" userId="3c0191b6-b20b-4a28-ad5c-aea439a89ebc" providerId="ADAL" clId="{872F918E-3859-4655-9966-A84135A14612}" dt="2025-09-30T08:03:58.866" v="6" actId="478"/>
          <ac:picMkLst>
            <pc:docMk/>
            <pc:sldMk cId="2838297037" sldId="314"/>
            <ac:picMk id="3" creationId="{118EE119-35A0-4471-B46E-88A8B35C4283}"/>
          </ac:picMkLst>
        </pc:picChg>
      </pc:sldChg>
      <pc:sldChg chg="addSp delSp modSp mod addAnim delAnim">
        <pc:chgData name="180163107027" userId="3c0191b6-b20b-4a28-ad5c-aea439a89ebc" providerId="ADAL" clId="{872F918E-3859-4655-9966-A84135A14612}" dt="2025-09-30T08:04:24.395" v="20"/>
        <pc:sldMkLst>
          <pc:docMk/>
          <pc:sldMk cId="2444853287" sldId="315"/>
        </pc:sldMkLst>
        <pc:spChg chg="mod">
          <ac:chgData name="180163107027" userId="3c0191b6-b20b-4a28-ad5c-aea439a89ebc" providerId="ADAL" clId="{872F918E-3859-4655-9966-A84135A14612}" dt="2025-09-30T08:04:24.395" v="20"/>
          <ac:spMkLst>
            <pc:docMk/>
            <pc:sldMk cId="2444853287" sldId="315"/>
            <ac:spMk id="7" creationId="{4493722B-C961-4E0C-AB59-39AB076954BA}"/>
          </ac:spMkLst>
        </pc:spChg>
        <pc:picChg chg="add del">
          <ac:chgData name="180163107027" userId="3c0191b6-b20b-4a28-ad5c-aea439a89ebc" providerId="ADAL" clId="{872F918E-3859-4655-9966-A84135A14612}" dt="2025-09-30T08:03:55.679" v="5" actId="478"/>
          <ac:picMkLst>
            <pc:docMk/>
            <pc:sldMk cId="2444853287" sldId="315"/>
            <ac:picMk id="2" creationId="{EEA0C3A6-8B7F-48D5-87C5-50DB3C59CA12}"/>
          </ac:picMkLst>
        </pc:picChg>
      </pc:sldChg>
      <pc:sldChg chg="delSp modSp add del mod delAnim">
        <pc:chgData name="180163107027" userId="3c0191b6-b20b-4a28-ad5c-aea439a89ebc" providerId="ADAL" clId="{872F918E-3859-4655-9966-A84135A14612}" dt="2025-09-30T08:04:28.010" v="21"/>
        <pc:sldMkLst>
          <pc:docMk/>
          <pc:sldMk cId="3004068675" sldId="316"/>
        </pc:sldMkLst>
        <pc:spChg chg="mod">
          <ac:chgData name="180163107027" userId="3c0191b6-b20b-4a28-ad5c-aea439a89ebc" providerId="ADAL" clId="{872F918E-3859-4655-9966-A84135A14612}" dt="2025-09-30T08:04:28.010" v="21"/>
          <ac:spMkLst>
            <pc:docMk/>
            <pc:sldMk cId="3004068675" sldId="316"/>
            <ac:spMk id="7" creationId="{4493722B-C961-4E0C-AB59-39AB076954BA}"/>
          </ac:spMkLst>
        </pc:spChg>
        <pc:picChg chg="del">
          <ac:chgData name="180163107027" userId="3c0191b6-b20b-4a28-ad5c-aea439a89ebc" providerId="ADAL" clId="{872F918E-3859-4655-9966-A84135A14612}" dt="2025-09-30T08:03:53.132" v="4" actId="478"/>
          <ac:picMkLst>
            <pc:docMk/>
            <pc:sldMk cId="3004068675" sldId="316"/>
            <ac:picMk id="3" creationId="{9C7FDDE5-9EC0-46BD-8A5E-7F2A645D9353}"/>
          </ac:picMkLst>
        </pc:picChg>
      </pc:sldChg>
    </pc:docChg>
  </pc:docChgLst>
  <pc:docChgLst>
    <pc:chgData name="Riyaz Khan" userId="6ec7a0645a28905c" providerId="LiveId" clId="{558756B3-7E4F-4C62-8672-77A439E10671}"/>
    <pc:docChg chg="undo custSel modSld">
      <pc:chgData name="Riyaz Khan" userId="6ec7a0645a28905c" providerId="LiveId" clId="{558756B3-7E4F-4C62-8672-77A439E10671}" dt="2021-04-29T07:27:05.619" v="76" actId="1076"/>
      <pc:docMkLst>
        <pc:docMk/>
      </pc:docMkLst>
      <pc:sldChg chg="modSp mod">
        <pc:chgData name="Riyaz Khan" userId="6ec7a0645a28905c" providerId="LiveId" clId="{558756B3-7E4F-4C62-8672-77A439E10671}" dt="2021-04-29T07:08:42.285" v="9" actId="1582"/>
        <pc:sldMkLst>
          <pc:docMk/>
          <pc:sldMk cId="2444853287" sldId="315"/>
        </pc:sldMkLst>
      </pc:sldChg>
      <pc:sldChg chg="addSp delSp modSp mod delAnim modAnim">
        <pc:chgData name="Riyaz Khan" userId="6ec7a0645a28905c" providerId="LiveId" clId="{558756B3-7E4F-4C62-8672-77A439E10671}" dt="2021-04-29T07:27:05.619" v="76" actId="1076"/>
        <pc:sldMkLst>
          <pc:docMk/>
          <pc:sldMk cId="3004068675" sldId="316"/>
        </pc:sldMkLst>
      </pc:sldChg>
      <pc:sldChg chg="addSp modSp mod">
        <pc:chgData name="Riyaz Khan" userId="6ec7a0645a28905c" providerId="LiveId" clId="{558756B3-7E4F-4C62-8672-77A439E10671}" dt="2021-04-29T07:19:28.742" v="67" actId="6549"/>
        <pc:sldMkLst>
          <pc:docMk/>
          <pc:sldMk cId="2168459762" sldId="323"/>
        </pc:sldMkLst>
      </pc:sldChg>
    </pc:docChg>
  </pc:docChgLst>
  <pc:docChgLst>
    <pc:chgData name="180163107027" userId="3c0191b6-b20b-4a28-ad5c-aea439a89ebc" providerId="ADAL" clId="{76EF9F1F-BEC4-4407-AEEC-4AF06738F08F}"/>
    <pc:docChg chg="addSld modSld">
      <pc:chgData name="180163107027" userId="3c0191b6-b20b-4a28-ad5c-aea439a89ebc" providerId="ADAL" clId="{76EF9F1F-BEC4-4407-AEEC-4AF06738F08F}" dt="2023-10-01T16:24:34.840" v="0"/>
      <pc:docMkLst>
        <pc:docMk/>
      </pc:docMkLst>
      <pc:sldChg chg="add">
        <pc:chgData name="180163107027" userId="3c0191b6-b20b-4a28-ad5c-aea439a89ebc" providerId="ADAL" clId="{76EF9F1F-BEC4-4407-AEEC-4AF06738F08F}" dt="2023-10-01T16:24:34.840" v="0"/>
        <pc:sldMkLst>
          <pc:docMk/>
          <pc:sldMk cId="499068491" sldId="3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IN" dirty="0"/>
          </a:p>
        </p:txBody>
      </p:sp>
    </p:spTree>
    <p:extLst>
      <p:ext uri="{BB962C8B-B14F-4D97-AF65-F5344CB8AC3E}">
        <p14:creationId xmlns:p14="http://schemas.microsoft.com/office/powerpoint/2010/main" val="2682473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IN" dirty="0"/>
          </a:p>
        </p:txBody>
      </p:sp>
    </p:spTree>
    <p:extLst>
      <p:ext uri="{BB962C8B-B14F-4D97-AF65-F5344CB8AC3E}">
        <p14:creationId xmlns:p14="http://schemas.microsoft.com/office/powerpoint/2010/main" val="721307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359148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IN" dirty="0"/>
          </a:p>
        </p:txBody>
      </p:sp>
    </p:spTree>
    <p:extLst>
      <p:ext uri="{BB962C8B-B14F-4D97-AF65-F5344CB8AC3E}">
        <p14:creationId xmlns:p14="http://schemas.microsoft.com/office/powerpoint/2010/main" val="3467694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IN" dirty="0"/>
          </a:p>
        </p:txBody>
      </p:sp>
    </p:spTree>
    <p:extLst>
      <p:ext uri="{BB962C8B-B14F-4D97-AF65-F5344CB8AC3E}">
        <p14:creationId xmlns:p14="http://schemas.microsoft.com/office/powerpoint/2010/main" val="1881172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rot="10800000" flipH="1">
            <a:off x="3919993" y="3977033"/>
            <a:ext cx="1303500" cy="1128300"/>
          </a:xfrm>
          <a:custGeom>
            <a:avLst/>
            <a:gdLst/>
            <a:ahLst/>
            <a:cxnLst/>
            <a:rect l="l" t="t" r="r" b="b"/>
            <a:pathLst>
              <a:path w="120000" h="120000" extrusionOk="0">
                <a:moveTo>
                  <a:pt x="30000" y="0"/>
                </a:moveTo>
                <a:lnTo>
                  <a:pt x="0" y="59994"/>
                </a:lnTo>
                <a:lnTo>
                  <a:pt x="30000" y="120000"/>
                </a:lnTo>
                <a:lnTo>
                  <a:pt x="90000" y="120000"/>
                </a:lnTo>
                <a:lnTo>
                  <a:pt x="120000" y="59994"/>
                </a:lnTo>
                <a:lnTo>
                  <a:pt x="90000" y="0"/>
                </a:lnTo>
                <a:lnTo>
                  <a:pt x="30000" y="0"/>
                </a:lnTo>
                <a:close/>
                <a:moveTo>
                  <a:pt x="38477" y="16950"/>
                </a:moveTo>
                <a:lnTo>
                  <a:pt x="81522" y="16950"/>
                </a:lnTo>
                <a:lnTo>
                  <a:pt x="103033" y="59994"/>
                </a:lnTo>
                <a:lnTo>
                  <a:pt x="81522" y="103038"/>
                </a:lnTo>
                <a:lnTo>
                  <a:pt x="38477" y="103038"/>
                </a:lnTo>
                <a:lnTo>
                  <a:pt x="16955" y="59994"/>
                </a:lnTo>
                <a:lnTo>
                  <a:pt x="38477" y="16950"/>
                </a:lnTo>
                <a:close/>
              </a:path>
            </a:pathLst>
          </a:custGeom>
          <a:gradFill>
            <a:gsLst>
              <a:gs pos="0">
                <a:srgbClr val="3393E2"/>
              </a:gs>
              <a:gs pos="100000">
                <a:srgbClr val="00E2C7"/>
              </a:gs>
            </a:gsLst>
            <a:lin ang="6983783" scaled="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dirty="0">
              <a:solidFill>
                <a:srgbClr val="FFFFFF"/>
              </a:solidFill>
              <a:latin typeface="Helvetica Neue"/>
              <a:ea typeface="Helvetica Neue"/>
              <a:cs typeface="Helvetica Neue"/>
              <a:sym typeface="Helvetica Neue"/>
            </a:endParaRPr>
          </a:p>
        </p:txBody>
      </p:sp>
      <p:sp>
        <p:nvSpPr>
          <p:cNvPr id="11" name="Google Shape;11;p2"/>
          <p:cNvSpPr/>
          <p:nvPr/>
        </p:nvSpPr>
        <p:spPr>
          <a:xfrm rot="5400000">
            <a:off x="3809057" y="-81000"/>
            <a:ext cx="1525500" cy="17616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dirty="0">
              <a:solidFill>
                <a:srgbClr val="FFFFFF"/>
              </a:solidFill>
              <a:latin typeface="Helvetica Neue"/>
              <a:ea typeface="Helvetica Neue"/>
              <a:cs typeface="Helvetica Neue"/>
              <a:sym typeface="Helvetica Neue"/>
            </a:endParaRPr>
          </a:p>
        </p:txBody>
      </p:sp>
      <p:sp>
        <p:nvSpPr>
          <p:cNvPr id="12" name="Google Shape;12;p2"/>
          <p:cNvSpPr txBox="1">
            <a:spLocks noGrp="1"/>
          </p:cNvSpPr>
          <p:nvPr>
            <p:ph type="ctrTitle"/>
          </p:nvPr>
        </p:nvSpPr>
        <p:spPr>
          <a:xfrm>
            <a:off x="1400175" y="1991825"/>
            <a:ext cx="6343500" cy="1159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3" name="Google Shape;13;p2"/>
          <p:cNvSpPr/>
          <p:nvPr/>
        </p:nvSpPr>
        <p:spPr>
          <a:xfrm rot="10800000" flipH="1">
            <a:off x="2809875" y="-172875"/>
            <a:ext cx="1111500" cy="962400"/>
          </a:xfrm>
          <a:prstGeom prst="hexagon">
            <a:avLst>
              <a:gd name="adj" fmla="val 28678"/>
              <a:gd name="vf" fmla="val 115470"/>
            </a:avLst>
          </a:prstGeom>
          <a:noFill/>
          <a:ln w="19050"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4;p2"/>
          <p:cNvSpPr/>
          <p:nvPr/>
        </p:nvSpPr>
        <p:spPr>
          <a:xfrm rot="10800000" flipH="1">
            <a:off x="3602723" y="1360109"/>
            <a:ext cx="493800" cy="4275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5;p2"/>
          <p:cNvSpPr/>
          <p:nvPr/>
        </p:nvSpPr>
        <p:spPr>
          <a:xfrm rot="10800000" flipH="1">
            <a:off x="5278915" y="855279"/>
            <a:ext cx="944700" cy="8181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6;p2"/>
          <p:cNvSpPr/>
          <p:nvPr/>
        </p:nvSpPr>
        <p:spPr>
          <a:xfrm rot="10800000" flipH="1">
            <a:off x="5365799" y="352324"/>
            <a:ext cx="493800" cy="4272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7" name="Google Shape;17;p2"/>
          <p:cNvGrpSpPr/>
          <p:nvPr/>
        </p:nvGrpSpPr>
        <p:grpSpPr>
          <a:xfrm>
            <a:off x="5549153" y="1029780"/>
            <a:ext cx="404640" cy="374059"/>
            <a:chOff x="5975075" y="2327500"/>
            <a:chExt cx="420100" cy="388350"/>
          </a:xfrm>
        </p:grpSpPr>
        <p:sp>
          <p:nvSpPr>
            <p:cNvPr id="18" name="Google Shape;18;p2"/>
            <p:cNvSpPr/>
            <p:nvPr/>
          </p:nvSpPr>
          <p:spPr>
            <a:xfrm>
              <a:off x="5975075" y="2474650"/>
              <a:ext cx="98325" cy="220450"/>
            </a:xfrm>
            <a:custGeom>
              <a:avLst/>
              <a:gdLst/>
              <a:ahLst/>
              <a:cxnLst/>
              <a:rect l="l" t="t" r="r" b="b"/>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9;p2"/>
            <p:cNvSpPr/>
            <p:nvPr/>
          </p:nvSpPr>
          <p:spPr>
            <a:xfrm>
              <a:off x="6088025" y="2327500"/>
              <a:ext cx="307150" cy="388350"/>
            </a:xfrm>
            <a:custGeom>
              <a:avLst/>
              <a:gdLst/>
              <a:ahLst/>
              <a:cxnLst/>
              <a:rect l="l" t="t" r="r" b="b"/>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0" name="Google Shape;20;p2"/>
          <p:cNvSpPr/>
          <p:nvPr/>
        </p:nvSpPr>
        <p:spPr>
          <a:xfrm>
            <a:off x="3253021" y="113273"/>
            <a:ext cx="225085" cy="389964"/>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1" name="Google Shape;21;p2"/>
          <p:cNvGrpSpPr/>
          <p:nvPr/>
        </p:nvGrpSpPr>
        <p:grpSpPr>
          <a:xfrm>
            <a:off x="4380526" y="515192"/>
            <a:ext cx="382958" cy="607111"/>
            <a:chOff x="6718575" y="2318625"/>
            <a:chExt cx="256950" cy="407375"/>
          </a:xfrm>
        </p:grpSpPr>
        <p:sp>
          <p:nvSpPr>
            <p:cNvPr id="22" name="Google Shape;22;p2"/>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23;p2"/>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24;p2"/>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25;p2"/>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6;p2"/>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27;p2"/>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28;p2"/>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29;p2"/>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0" name="Google Shape;30;p2"/>
          <p:cNvGrpSpPr/>
          <p:nvPr/>
        </p:nvGrpSpPr>
        <p:grpSpPr>
          <a:xfrm>
            <a:off x="3199464" y="902959"/>
            <a:ext cx="395018" cy="403297"/>
            <a:chOff x="3951850" y="2985350"/>
            <a:chExt cx="407950" cy="416500"/>
          </a:xfrm>
        </p:grpSpPr>
        <p:sp>
          <p:nvSpPr>
            <p:cNvPr id="31" name="Google Shape;31;p2"/>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32;p2"/>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33;p2"/>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34;p2"/>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5" name="Google Shape;35;p2"/>
          <p:cNvSpPr/>
          <p:nvPr/>
        </p:nvSpPr>
        <p:spPr>
          <a:xfrm rot="10800000" flipH="1">
            <a:off x="5010533" y="4576648"/>
            <a:ext cx="1032900" cy="894600"/>
          </a:xfrm>
          <a:prstGeom prst="hexagon">
            <a:avLst>
              <a:gd name="adj" fmla="val 28678"/>
              <a:gd name="vf" fmla="val 115470"/>
            </a:avLst>
          </a:prstGeom>
          <a:noFill/>
          <a:ln w="19050" cap="flat"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36;p2"/>
          <p:cNvSpPr/>
          <p:nvPr/>
        </p:nvSpPr>
        <p:spPr>
          <a:xfrm rot="10800000" flipH="1">
            <a:off x="5133679" y="4056450"/>
            <a:ext cx="540000" cy="467400"/>
          </a:xfrm>
          <a:prstGeom prst="hexagon">
            <a:avLst>
              <a:gd name="adj" fmla="val 28678"/>
              <a:gd name="vf" fmla="val 115470"/>
            </a:avLst>
          </a:pr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2"/>
          <p:cNvSpPr/>
          <p:nvPr/>
        </p:nvSpPr>
        <p:spPr>
          <a:xfrm rot="10800000" flipH="1">
            <a:off x="3101709" y="3629719"/>
            <a:ext cx="1032900" cy="8940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38;p2"/>
          <p:cNvSpPr/>
          <p:nvPr/>
        </p:nvSpPr>
        <p:spPr>
          <a:xfrm rot="10800000" flipH="1">
            <a:off x="3530384" y="4576662"/>
            <a:ext cx="452100" cy="391200"/>
          </a:xfrm>
          <a:prstGeom prst="hexagon">
            <a:avLst>
              <a:gd name="adj" fmla="val 28678"/>
              <a:gd name="vf" fmla="val 115470"/>
            </a:avLst>
          </a:prstGeom>
          <a:noFill/>
          <a:ln w="19050" cap="flat" cmpd="sng">
            <a:solidFill>
              <a:srgbClr val="00E1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39;p2"/>
          <p:cNvSpPr/>
          <p:nvPr/>
        </p:nvSpPr>
        <p:spPr>
          <a:xfrm>
            <a:off x="5370705" y="4867761"/>
            <a:ext cx="312503" cy="312484"/>
          </a:xfrm>
          <a:custGeom>
            <a:avLst/>
            <a:gdLst/>
            <a:ahLst/>
            <a:cxnLst/>
            <a:rect l="l" t="t" r="r" b="b"/>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0" name="Google Shape;40;p2"/>
          <p:cNvGrpSpPr/>
          <p:nvPr/>
        </p:nvGrpSpPr>
        <p:grpSpPr>
          <a:xfrm>
            <a:off x="5772009" y="4056440"/>
            <a:ext cx="573943" cy="550550"/>
            <a:chOff x="5241175" y="4959100"/>
            <a:chExt cx="539775" cy="517775"/>
          </a:xfrm>
        </p:grpSpPr>
        <p:sp>
          <p:nvSpPr>
            <p:cNvPr id="41" name="Google Shape;41;p2"/>
            <p:cNvSpPr/>
            <p:nvPr/>
          </p:nvSpPr>
          <p:spPr>
            <a:xfrm>
              <a:off x="5575150" y="4959100"/>
              <a:ext cx="161225" cy="178300"/>
            </a:xfrm>
            <a:custGeom>
              <a:avLst/>
              <a:gdLst/>
              <a:ahLst/>
              <a:cxnLst/>
              <a:rect l="l" t="t" r="r" b="b"/>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42;p2"/>
            <p:cNvSpPr/>
            <p:nvPr/>
          </p:nvSpPr>
          <p:spPr>
            <a:xfrm>
              <a:off x="5330925" y="4985350"/>
              <a:ext cx="128250" cy="148400"/>
            </a:xfrm>
            <a:custGeom>
              <a:avLst/>
              <a:gdLst/>
              <a:ahLst/>
              <a:cxnLst/>
              <a:rect l="l" t="t" r="r" b="b"/>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43;p2"/>
            <p:cNvSpPr/>
            <p:nvPr/>
          </p:nvSpPr>
          <p:spPr>
            <a:xfrm>
              <a:off x="5241175" y="5241175"/>
              <a:ext cx="180125" cy="109325"/>
            </a:xfrm>
            <a:custGeom>
              <a:avLst/>
              <a:gdLst/>
              <a:ahLst/>
              <a:cxnLst/>
              <a:rect l="l" t="t" r="r" b="b"/>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44;p2"/>
            <p:cNvSpPr/>
            <p:nvPr/>
          </p:nvSpPr>
          <p:spPr>
            <a:xfrm>
              <a:off x="5461575" y="5316900"/>
              <a:ext cx="89175" cy="159975"/>
            </a:xfrm>
            <a:custGeom>
              <a:avLst/>
              <a:gdLst/>
              <a:ahLst/>
              <a:cxnLst/>
              <a:rect l="l" t="t" r="r" b="b"/>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45;p2"/>
            <p:cNvSpPr/>
            <p:nvPr/>
          </p:nvSpPr>
          <p:spPr>
            <a:xfrm>
              <a:off x="5619100" y="5194175"/>
              <a:ext cx="161850" cy="89775"/>
            </a:xfrm>
            <a:custGeom>
              <a:avLst/>
              <a:gdLst/>
              <a:ahLst/>
              <a:cxnLst/>
              <a:rect l="l" t="t" r="r" b="b"/>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46;p2"/>
            <p:cNvSpPr/>
            <p:nvPr/>
          </p:nvSpPr>
          <p:spPr>
            <a:xfrm>
              <a:off x="5420075" y="5116000"/>
              <a:ext cx="189300" cy="189925"/>
            </a:xfrm>
            <a:custGeom>
              <a:avLst/>
              <a:gdLst/>
              <a:ahLst/>
              <a:cxnLst/>
              <a:rect l="l" t="t" r="r" b="b"/>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7" name="Google Shape;47;p2"/>
          <p:cNvSpPr/>
          <p:nvPr/>
        </p:nvSpPr>
        <p:spPr>
          <a:xfrm>
            <a:off x="3429208" y="3904791"/>
            <a:ext cx="377839" cy="343685"/>
          </a:xfrm>
          <a:custGeom>
            <a:avLst/>
            <a:gdLst/>
            <a:ahLst/>
            <a:cxnLst/>
            <a:rect l="l" t="t" r="r" b="b"/>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48"/>
        <p:cNvGrpSpPr/>
        <p:nvPr/>
      </p:nvGrpSpPr>
      <p:grpSpPr>
        <a:xfrm>
          <a:off x="0" y="0"/>
          <a:ext cx="0" cy="0"/>
          <a:chOff x="0" y="0"/>
          <a:chExt cx="0" cy="0"/>
        </a:xfrm>
      </p:grpSpPr>
      <p:sp>
        <p:nvSpPr>
          <p:cNvPr id="49" name="Google Shape;49;p3"/>
          <p:cNvSpPr/>
          <p:nvPr/>
        </p:nvSpPr>
        <p:spPr>
          <a:xfrm rot="10800000" flipH="1">
            <a:off x="-94969" y="303826"/>
            <a:ext cx="1034700" cy="895800"/>
          </a:xfrm>
          <a:custGeom>
            <a:avLst/>
            <a:gdLst/>
            <a:ahLst/>
            <a:cxnLst/>
            <a:rect l="l" t="t" r="r" b="b"/>
            <a:pathLst>
              <a:path w="120000" h="120000" extrusionOk="0">
                <a:moveTo>
                  <a:pt x="30000" y="0"/>
                </a:moveTo>
                <a:lnTo>
                  <a:pt x="0" y="59994"/>
                </a:lnTo>
                <a:lnTo>
                  <a:pt x="30000" y="120000"/>
                </a:lnTo>
                <a:lnTo>
                  <a:pt x="90000" y="120000"/>
                </a:lnTo>
                <a:lnTo>
                  <a:pt x="120000" y="59994"/>
                </a:lnTo>
                <a:lnTo>
                  <a:pt x="90000" y="0"/>
                </a:lnTo>
                <a:lnTo>
                  <a:pt x="30000" y="0"/>
                </a:lnTo>
                <a:close/>
                <a:moveTo>
                  <a:pt x="38477" y="16950"/>
                </a:moveTo>
                <a:lnTo>
                  <a:pt x="81522" y="16950"/>
                </a:lnTo>
                <a:lnTo>
                  <a:pt x="103033" y="59994"/>
                </a:lnTo>
                <a:lnTo>
                  <a:pt x="81522" y="103038"/>
                </a:lnTo>
                <a:lnTo>
                  <a:pt x="38477" y="103038"/>
                </a:lnTo>
                <a:lnTo>
                  <a:pt x="16955" y="59994"/>
                </a:lnTo>
                <a:lnTo>
                  <a:pt x="38477" y="16950"/>
                </a:lnTo>
                <a:close/>
              </a:path>
            </a:pathLst>
          </a:custGeom>
          <a:gradFill>
            <a:gsLst>
              <a:gs pos="0">
                <a:srgbClr val="3393E2"/>
              </a:gs>
              <a:gs pos="100000">
                <a:srgbClr val="00E2C7"/>
              </a:gs>
            </a:gsLst>
            <a:lin ang="6983783" scaled="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dirty="0">
              <a:solidFill>
                <a:srgbClr val="FFFFFF"/>
              </a:solidFill>
              <a:latin typeface="Helvetica Neue"/>
              <a:ea typeface="Helvetica Neue"/>
              <a:cs typeface="Helvetica Neue"/>
              <a:sym typeface="Helvetica Neue"/>
            </a:endParaRPr>
          </a:p>
        </p:txBody>
      </p:sp>
      <p:sp>
        <p:nvSpPr>
          <p:cNvPr id="50" name="Google Shape;50;p3"/>
          <p:cNvSpPr/>
          <p:nvPr/>
        </p:nvSpPr>
        <p:spPr>
          <a:xfrm rot="5400000">
            <a:off x="559400" y="1538825"/>
            <a:ext cx="1788000" cy="20646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dirty="0">
              <a:solidFill>
                <a:srgbClr val="FFFFFF"/>
              </a:solidFill>
              <a:latin typeface="Helvetica Neue"/>
              <a:ea typeface="Helvetica Neue"/>
              <a:cs typeface="Helvetica Neue"/>
              <a:sym typeface="Helvetica Neue"/>
            </a:endParaRPr>
          </a:p>
        </p:txBody>
      </p:sp>
      <p:sp>
        <p:nvSpPr>
          <p:cNvPr id="51" name="Google Shape;51;p3"/>
          <p:cNvSpPr txBox="1">
            <a:spLocks noGrp="1"/>
          </p:cNvSpPr>
          <p:nvPr>
            <p:ph type="ctrTitle"/>
          </p:nvPr>
        </p:nvSpPr>
        <p:spPr>
          <a:xfrm>
            <a:off x="2743200" y="1735750"/>
            <a:ext cx="56388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52" name="Google Shape;52;p3"/>
          <p:cNvSpPr txBox="1">
            <a:spLocks noGrp="1"/>
          </p:cNvSpPr>
          <p:nvPr>
            <p:ph type="subTitle" idx="1"/>
          </p:nvPr>
        </p:nvSpPr>
        <p:spPr>
          <a:xfrm>
            <a:off x="2743200" y="2821004"/>
            <a:ext cx="5696100" cy="78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3"/>
          <p:cNvSpPr/>
          <p:nvPr/>
        </p:nvSpPr>
        <p:spPr>
          <a:xfrm rot="10800000" flipH="1">
            <a:off x="66674" y="3135425"/>
            <a:ext cx="819900" cy="710100"/>
          </a:xfrm>
          <a:prstGeom prst="hexagon">
            <a:avLst>
              <a:gd name="adj" fmla="val 28678"/>
              <a:gd name="vf" fmla="val 115470"/>
            </a:avLst>
          </a:prstGeom>
          <a:noFill/>
          <a:ln w="9525"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54;p3"/>
          <p:cNvSpPr/>
          <p:nvPr/>
        </p:nvSpPr>
        <p:spPr>
          <a:xfrm rot="10800000" flipH="1">
            <a:off x="828675" y="3516550"/>
            <a:ext cx="428700" cy="3711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55;p3"/>
          <p:cNvSpPr/>
          <p:nvPr/>
        </p:nvSpPr>
        <p:spPr>
          <a:xfrm rot="10800000" flipH="1">
            <a:off x="761999" y="877950"/>
            <a:ext cx="819900" cy="7101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56;p3"/>
          <p:cNvSpPr/>
          <p:nvPr/>
        </p:nvSpPr>
        <p:spPr>
          <a:xfrm rot="10800000" flipH="1">
            <a:off x="793851" y="4692801"/>
            <a:ext cx="517500" cy="4479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7" name="Google Shape;57;p3"/>
          <p:cNvGrpSpPr/>
          <p:nvPr/>
        </p:nvGrpSpPr>
        <p:grpSpPr>
          <a:xfrm>
            <a:off x="996359" y="1070668"/>
            <a:ext cx="351204" cy="324661"/>
            <a:chOff x="5975075" y="2327500"/>
            <a:chExt cx="420100" cy="388350"/>
          </a:xfrm>
        </p:grpSpPr>
        <p:sp>
          <p:nvSpPr>
            <p:cNvPr id="58" name="Google Shape;58;p3"/>
            <p:cNvSpPr/>
            <p:nvPr/>
          </p:nvSpPr>
          <p:spPr>
            <a:xfrm>
              <a:off x="5975075" y="2474650"/>
              <a:ext cx="98325" cy="220450"/>
            </a:xfrm>
            <a:custGeom>
              <a:avLst/>
              <a:gdLst/>
              <a:ahLst/>
              <a:cxnLst/>
              <a:rect l="l" t="t" r="r" b="b"/>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59;p3"/>
            <p:cNvSpPr/>
            <p:nvPr/>
          </p:nvSpPr>
          <p:spPr>
            <a:xfrm>
              <a:off x="6088025" y="2327500"/>
              <a:ext cx="307150" cy="388350"/>
            </a:xfrm>
            <a:custGeom>
              <a:avLst/>
              <a:gdLst/>
              <a:ahLst/>
              <a:cxnLst/>
              <a:rect l="l" t="t" r="r" b="b"/>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0" name="Google Shape;60;p3"/>
          <p:cNvSpPr/>
          <p:nvPr/>
        </p:nvSpPr>
        <p:spPr>
          <a:xfrm>
            <a:off x="393600" y="3346627"/>
            <a:ext cx="166061" cy="287704"/>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61" name="Google Shape;61;p3"/>
          <p:cNvGrpSpPr/>
          <p:nvPr/>
        </p:nvGrpSpPr>
        <p:grpSpPr>
          <a:xfrm>
            <a:off x="305253" y="553856"/>
            <a:ext cx="247469" cy="392302"/>
            <a:chOff x="6718575" y="2318625"/>
            <a:chExt cx="256950" cy="407375"/>
          </a:xfrm>
        </p:grpSpPr>
        <p:sp>
          <p:nvSpPr>
            <p:cNvPr id="62" name="Google Shape;62;p3"/>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63;p3"/>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64;p3"/>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65;p3"/>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66;p3"/>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67;p3"/>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68;p3"/>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69;p3"/>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0" name="Google Shape;70;p3"/>
          <p:cNvGrpSpPr/>
          <p:nvPr/>
        </p:nvGrpSpPr>
        <p:grpSpPr>
          <a:xfrm>
            <a:off x="1419984" y="3634331"/>
            <a:ext cx="342882" cy="350068"/>
            <a:chOff x="3951850" y="2985350"/>
            <a:chExt cx="407950" cy="416500"/>
          </a:xfrm>
        </p:grpSpPr>
        <p:sp>
          <p:nvSpPr>
            <p:cNvPr id="71" name="Google Shape;71;p3"/>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72;p3"/>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73;p3"/>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74;p3"/>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5" name="Google Shape;75;p3"/>
          <p:cNvSpPr/>
          <p:nvPr/>
        </p:nvSpPr>
        <p:spPr>
          <a:xfrm rot="10800000" flipH="1">
            <a:off x="733424" y="3936025"/>
            <a:ext cx="819900" cy="710100"/>
          </a:xfrm>
          <a:prstGeom prst="hexagon">
            <a:avLst>
              <a:gd name="adj" fmla="val 28678"/>
              <a:gd name="vf" fmla="val 115470"/>
            </a:avLst>
          </a:prstGeom>
          <a:noFill/>
          <a:ln w="9525" cap="flat"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76;p3"/>
          <p:cNvSpPr/>
          <p:nvPr/>
        </p:nvSpPr>
        <p:spPr>
          <a:xfrm rot="10800000" flipH="1">
            <a:off x="738525" y="100850"/>
            <a:ext cx="428700" cy="371100"/>
          </a:xfrm>
          <a:prstGeom prst="hexagon">
            <a:avLst>
              <a:gd name="adj" fmla="val 28678"/>
              <a:gd name="vf" fmla="val 115470"/>
            </a:avLst>
          </a:pr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77;p3"/>
          <p:cNvSpPr/>
          <p:nvPr/>
        </p:nvSpPr>
        <p:spPr>
          <a:xfrm rot="10800000" flipH="1">
            <a:off x="-291325" y="4148475"/>
            <a:ext cx="1182300" cy="10236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78;p3"/>
          <p:cNvSpPr/>
          <p:nvPr/>
        </p:nvSpPr>
        <p:spPr>
          <a:xfrm rot="10800000" flipH="1">
            <a:off x="420725" y="-65225"/>
            <a:ext cx="358800" cy="310500"/>
          </a:xfrm>
          <a:prstGeom prst="hexagon">
            <a:avLst>
              <a:gd name="adj" fmla="val 28678"/>
              <a:gd name="vf" fmla="val 115470"/>
            </a:avLst>
          </a:prstGeom>
          <a:noFill/>
          <a:ln w="19050" cap="flat" cmpd="sng">
            <a:solidFill>
              <a:srgbClr val="00E1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79;p3"/>
          <p:cNvSpPr/>
          <p:nvPr/>
        </p:nvSpPr>
        <p:spPr>
          <a:xfrm>
            <a:off x="1019338" y="4167058"/>
            <a:ext cx="248073" cy="248058"/>
          </a:xfrm>
          <a:custGeom>
            <a:avLst/>
            <a:gdLst/>
            <a:ahLst/>
            <a:cxnLst/>
            <a:rect l="l" t="t" r="r" b="b"/>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0" name="Google Shape;80;p3"/>
          <p:cNvGrpSpPr/>
          <p:nvPr/>
        </p:nvGrpSpPr>
        <p:grpSpPr>
          <a:xfrm>
            <a:off x="-50285" y="1452794"/>
            <a:ext cx="624844" cy="599376"/>
            <a:chOff x="5241175" y="4959100"/>
            <a:chExt cx="539775" cy="517775"/>
          </a:xfrm>
        </p:grpSpPr>
        <p:sp>
          <p:nvSpPr>
            <p:cNvPr id="81" name="Google Shape;81;p3"/>
            <p:cNvSpPr/>
            <p:nvPr/>
          </p:nvSpPr>
          <p:spPr>
            <a:xfrm>
              <a:off x="5575150" y="4959100"/>
              <a:ext cx="161225" cy="178300"/>
            </a:xfrm>
            <a:custGeom>
              <a:avLst/>
              <a:gdLst/>
              <a:ahLst/>
              <a:cxnLst/>
              <a:rect l="l" t="t" r="r" b="b"/>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82;p3"/>
            <p:cNvSpPr/>
            <p:nvPr/>
          </p:nvSpPr>
          <p:spPr>
            <a:xfrm>
              <a:off x="5330925" y="4985350"/>
              <a:ext cx="128250" cy="148400"/>
            </a:xfrm>
            <a:custGeom>
              <a:avLst/>
              <a:gdLst/>
              <a:ahLst/>
              <a:cxnLst/>
              <a:rect l="l" t="t" r="r" b="b"/>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83;p3"/>
            <p:cNvSpPr/>
            <p:nvPr/>
          </p:nvSpPr>
          <p:spPr>
            <a:xfrm>
              <a:off x="5241175" y="5241175"/>
              <a:ext cx="180125" cy="109325"/>
            </a:xfrm>
            <a:custGeom>
              <a:avLst/>
              <a:gdLst/>
              <a:ahLst/>
              <a:cxnLst/>
              <a:rect l="l" t="t" r="r" b="b"/>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84;p3"/>
            <p:cNvSpPr/>
            <p:nvPr/>
          </p:nvSpPr>
          <p:spPr>
            <a:xfrm>
              <a:off x="5461575" y="5316900"/>
              <a:ext cx="89175" cy="159975"/>
            </a:xfrm>
            <a:custGeom>
              <a:avLst/>
              <a:gdLst/>
              <a:ahLst/>
              <a:cxnLst/>
              <a:rect l="l" t="t" r="r" b="b"/>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85;p3"/>
            <p:cNvSpPr/>
            <p:nvPr/>
          </p:nvSpPr>
          <p:spPr>
            <a:xfrm>
              <a:off x="5619100" y="5194175"/>
              <a:ext cx="161850" cy="89775"/>
            </a:xfrm>
            <a:custGeom>
              <a:avLst/>
              <a:gdLst/>
              <a:ahLst/>
              <a:cxnLst/>
              <a:rect l="l" t="t" r="r" b="b"/>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86;p3"/>
            <p:cNvSpPr/>
            <p:nvPr/>
          </p:nvSpPr>
          <p:spPr>
            <a:xfrm>
              <a:off x="5420075" y="5116000"/>
              <a:ext cx="189300" cy="189925"/>
            </a:xfrm>
            <a:custGeom>
              <a:avLst/>
              <a:gdLst/>
              <a:ahLst/>
              <a:cxnLst/>
              <a:rect l="l" t="t" r="r" b="b"/>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7" name="Google Shape;87;p3"/>
          <p:cNvSpPr/>
          <p:nvPr/>
        </p:nvSpPr>
        <p:spPr>
          <a:xfrm>
            <a:off x="47199" y="4430470"/>
            <a:ext cx="505231" cy="459562"/>
          </a:xfrm>
          <a:custGeom>
            <a:avLst/>
            <a:gdLst/>
            <a:ahLst/>
            <a:cxnLst/>
            <a:rect l="l" t="t" r="r" b="b"/>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212"/>
        <p:cNvGrpSpPr/>
        <p:nvPr/>
      </p:nvGrpSpPr>
      <p:grpSpPr>
        <a:xfrm>
          <a:off x="0" y="0"/>
          <a:ext cx="0" cy="0"/>
          <a:chOff x="0" y="0"/>
          <a:chExt cx="0" cy="0"/>
        </a:xfrm>
      </p:grpSpPr>
      <p:sp>
        <p:nvSpPr>
          <p:cNvPr id="213" name="Google Shape;213;p7"/>
          <p:cNvSpPr/>
          <p:nvPr/>
        </p:nvSpPr>
        <p:spPr>
          <a:xfrm rot="5400000">
            <a:off x="499599" y="157100"/>
            <a:ext cx="1146000" cy="13233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dirty="0">
              <a:solidFill>
                <a:srgbClr val="FFFFFF"/>
              </a:solidFill>
              <a:latin typeface="Helvetica Neue"/>
              <a:ea typeface="Helvetica Neue"/>
              <a:cs typeface="Helvetica Neue"/>
              <a:sym typeface="Helvetica Neue"/>
            </a:endParaRPr>
          </a:p>
        </p:txBody>
      </p:sp>
      <p:sp>
        <p:nvSpPr>
          <p:cNvPr id="214" name="Google Shape;214;p7"/>
          <p:cNvSpPr txBox="1">
            <a:spLocks noGrp="1"/>
          </p:cNvSpPr>
          <p:nvPr>
            <p:ph type="title"/>
          </p:nvPr>
        </p:nvSpPr>
        <p:spPr>
          <a:xfrm>
            <a:off x="1732700" y="1735600"/>
            <a:ext cx="4944300" cy="645300"/>
          </a:xfrm>
          <a:prstGeom prst="rect">
            <a:avLst/>
          </a:prstGeom>
        </p:spPr>
        <p:txBody>
          <a:bodyPr spcFirstLastPara="1" wrap="square" lIns="91425" tIns="91425" rIns="91425" bIns="91425" anchor="b"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215" name="Google Shape;215;p7"/>
          <p:cNvSpPr txBox="1">
            <a:spLocks noGrp="1"/>
          </p:cNvSpPr>
          <p:nvPr>
            <p:ph type="body" idx="1"/>
          </p:nvPr>
        </p:nvSpPr>
        <p:spPr>
          <a:xfrm>
            <a:off x="1732700" y="2380900"/>
            <a:ext cx="2176800" cy="2544900"/>
          </a:xfrm>
          <a:prstGeom prst="rect">
            <a:avLst/>
          </a:prstGeom>
        </p:spPr>
        <p:txBody>
          <a:bodyPr spcFirstLastPara="1" wrap="square" lIns="91425" tIns="91425" rIns="91425" bIns="91425" anchor="t" anchorCtr="0">
            <a:noAutofit/>
          </a:bodyPr>
          <a:lstStyle>
            <a:lvl1pPr marL="457200" lvl="0" indent="-317500" rtl="0">
              <a:spcBef>
                <a:spcPts val="60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16" name="Google Shape;216;p7"/>
          <p:cNvSpPr txBox="1">
            <a:spLocks noGrp="1"/>
          </p:cNvSpPr>
          <p:nvPr>
            <p:ph type="body" idx="2"/>
          </p:nvPr>
        </p:nvSpPr>
        <p:spPr>
          <a:xfrm>
            <a:off x="4020972" y="2380900"/>
            <a:ext cx="2176800" cy="2544900"/>
          </a:xfrm>
          <a:prstGeom prst="rect">
            <a:avLst/>
          </a:prstGeom>
        </p:spPr>
        <p:txBody>
          <a:bodyPr spcFirstLastPara="1" wrap="square" lIns="91425" tIns="91425" rIns="91425" bIns="91425" anchor="t" anchorCtr="0">
            <a:noAutofit/>
          </a:bodyPr>
          <a:lstStyle>
            <a:lvl1pPr marL="457200" lvl="0" indent="-317500" rtl="0">
              <a:spcBef>
                <a:spcPts val="60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17" name="Google Shape;217;p7"/>
          <p:cNvSpPr txBox="1">
            <a:spLocks noGrp="1"/>
          </p:cNvSpPr>
          <p:nvPr>
            <p:ph type="body" idx="3"/>
          </p:nvPr>
        </p:nvSpPr>
        <p:spPr>
          <a:xfrm>
            <a:off x="6309245" y="2380900"/>
            <a:ext cx="2176800" cy="2544900"/>
          </a:xfrm>
          <a:prstGeom prst="rect">
            <a:avLst/>
          </a:prstGeom>
        </p:spPr>
        <p:txBody>
          <a:bodyPr spcFirstLastPara="1" wrap="square" lIns="91425" tIns="91425" rIns="91425" bIns="91425" anchor="t" anchorCtr="0">
            <a:noAutofit/>
          </a:bodyPr>
          <a:lstStyle>
            <a:lvl1pPr marL="457200" lvl="0" indent="-317500" rtl="0">
              <a:spcBef>
                <a:spcPts val="60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18" name="Google Shape;218;p7"/>
          <p:cNvSpPr/>
          <p:nvPr/>
        </p:nvSpPr>
        <p:spPr>
          <a:xfrm rot="10800000" flipH="1">
            <a:off x="-123826" y="1058975"/>
            <a:ext cx="819900" cy="710100"/>
          </a:xfrm>
          <a:prstGeom prst="hexagon">
            <a:avLst>
              <a:gd name="adj" fmla="val 28678"/>
              <a:gd name="vf" fmla="val 115470"/>
            </a:avLst>
          </a:prstGeom>
          <a:noFill/>
          <a:ln w="9525"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 name="Google Shape;219;p7"/>
          <p:cNvSpPr/>
          <p:nvPr/>
        </p:nvSpPr>
        <p:spPr>
          <a:xfrm rot="10800000" flipH="1">
            <a:off x="638175" y="1440100"/>
            <a:ext cx="428700" cy="3711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 name="Google Shape;220;p7"/>
          <p:cNvSpPr/>
          <p:nvPr/>
        </p:nvSpPr>
        <p:spPr>
          <a:xfrm rot="10800000" flipH="1">
            <a:off x="1495424" y="-131650"/>
            <a:ext cx="819900" cy="7101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 name="Google Shape;221;p7"/>
          <p:cNvSpPr/>
          <p:nvPr/>
        </p:nvSpPr>
        <p:spPr>
          <a:xfrm rot="10800000" flipH="1">
            <a:off x="327800" y="88925"/>
            <a:ext cx="358800" cy="3105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22" name="Google Shape;222;p7"/>
          <p:cNvGrpSpPr/>
          <p:nvPr/>
        </p:nvGrpSpPr>
        <p:grpSpPr>
          <a:xfrm>
            <a:off x="1729784" y="61068"/>
            <a:ext cx="351204" cy="324661"/>
            <a:chOff x="5975075" y="2327500"/>
            <a:chExt cx="420100" cy="388350"/>
          </a:xfrm>
        </p:grpSpPr>
        <p:sp>
          <p:nvSpPr>
            <p:cNvPr id="223" name="Google Shape;223;p7"/>
            <p:cNvSpPr/>
            <p:nvPr/>
          </p:nvSpPr>
          <p:spPr>
            <a:xfrm>
              <a:off x="5975075" y="2474650"/>
              <a:ext cx="98325" cy="220450"/>
            </a:xfrm>
            <a:custGeom>
              <a:avLst/>
              <a:gdLst/>
              <a:ahLst/>
              <a:cxnLst/>
              <a:rect l="l" t="t" r="r" b="b"/>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 name="Google Shape;224;p7"/>
            <p:cNvSpPr/>
            <p:nvPr/>
          </p:nvSpPr>
          <p:spPr>
            <a:xfrm>
              <a:off x="6088025" y="2327500"/>
              <a:ext cx="307150" cy="388350"/>
            </a:xfrm>
            <a:custGeom>
              <a:avLst/>
              <a:gdLst/>
              <a:ahLst/>
              <a:cxnLst/>
              <a:rect l="l" t="t" r="r" b="b"/>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25" name="Google Shape;225;p7"/>
          <p:cNvSpPr/>
          <p:nvPr/>
        </p:nvSpPr>
        <p:spPr>
          <a:xfrm>
            <a:off x="203100" y="1270177"/>
            <a:ext cx="166061" cy="287704"/>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26" name="Google Shape;226;p7"/>
          <p:cNvGrpSpPr/>
          <p:nvPr/>
        </p:nvGrpSpPr>
        <p:grpSpPr>
          <a:xfrm>
            <a:off x="904276" y="515192"/>
            <a:ext cx="382958" cy="607111"/>
            <a:chOff x="6718575" y="2318625"/>
            <a:chExt cx="256950" cy="407375"/>
          </a:xfrm>
        </p:grpSpPr>
        <p:sp>
          <p:nvSpPr>
            <p:cNvPr id="227" name="Google Shape;227;p7"/>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 name="Google Shape;228;p7"/>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 name="Google Shape;229;p7"/>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 name="Google Shape;230;p7"/>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 name="Google Shape;231;p7"/>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 name="Google Shape;232;p7"/>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 name="Google Shape;233;p7"/>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 name="Google Shape;234;p7"/>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35" name="Google Shape;235;p7"/>
          <p:cNvGrpSpPr/>
          <p:nvPr/>
        </p:nvGrpSpPr>
        <p:grpSpPr>
          <a:xfrm>
            <a:off x="335759" y="1840531"/>
            <a:ext cx="342882" cy="350068"/>
            <a:chOff x="3951850" y="2985350"/>
            <a:chExt cx="407950" cy="416500"/>
          </a:xfrm>
        </p:grpSpPr>
        <p:sp>
          <p:nvSpPr>
            <p:cNvPr id="236" name="Google Shape;236;p7"/>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 name="Google Shape;237;p7"/>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 name="Google Shape;238;p7"/>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 name="Google Shape;239;p7"/>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40" name="Google Shape;240;p7"/>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rgbClr val="0E293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732700" y="1735600"/>
            <a:ext cx="4944300" cy="645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1pPr>
            <a:lvl2pPr lvl="1">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2pPr>
            <a:lvl3pPr lvl="2">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3pPr>
            <a:lvl4pPr lvl="3">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4pPr>
            <a:lvl5pPr lvl="4">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5pPr>
            <a:lvl6pPr lvl="5">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6pPr>
            <a:lvl7pPr lvl="6">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7pPr>
            <a:lvl8pPr lvl="7">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8pPr>
            <a:lvl9pPr lvl="8">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9pPr>
          </a:lstStyle>
          <a:p>
            <a:endParaRPr/>
          </a:p>
        </p:txBody>
      </p:sp>
      <p:sp>
        <p:nvSpPr>
          <p:cNvPr id="7" name="Google Shape;7;p1"/>
          <p:cNvSpPr txBox="1">
            <a:spLocks noGrp="1"/>
          </p:cNvSpPr>
          <p:nvPr>
            <p:ph type="body" idx="1"/>
          </p:nvPr>
        </p:nvSpPr>
        <p:spPr>
          <a:xfrm>
            <a:off x="1732700" y="2255125"/>
            <a:ext cx="4944300" cy="1659900"/>
          </a:xfrm>
          <a:prstGeom prst="rect">
            <a:avLst/>
          </a:prstGeom>
          <a:noFill/>
          <a:ln>
            <a:noFill/>
          </a:ln>
        </p:spPr>
        <p:txBody>
          <a:bodyPr spcFirstLastPara="1" wrap="square" lIns="91425" tIns="91425" rIns="91425" bIns="91425" anchor="t" anchorCtr="0">
            <a:noAutofit/>
          </a:bodyPr>
          <a:lstStyle>
            <a:lvl1pPr marL="457200" lvl="0" indent="-317500">
              <a:spcBef>
                <a:spcPts val="600"/>
              </a:spcBef>
              <a:spcAft>
                <a:spcPts val="0"/>
              </a:spcAft>
              <a:buClr>
                <a:srgbClr val="19BBD5"/>
              </a:buClr>
              <a:buSzPts val="1400"/>
              <a:buFont typeface="Muli"/>
              <a:buChar char="◇"/>
              <a:defRPr>
                <a:solidFill>
                  <a:srgbClr val="C6DAEC"/>
                </a:solidFill>
                <a:latin typeface="Muli"/>
                <a:ea typeface="Muli"/>
                <a:cs typeface="Muli"/>
                <a:sym typeface="Muli"/>
              </a:defRPr>
            </a:lvl1pPr>
            <a:lvl2pPr marL="914400" lvl="1"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2pPr>
            <a:lvl3pPr marL="1371600" lvl="2"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3pPr>
            <a:lvl4pPr marL="1828800" lvl="3"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4pPr>
            <a:lvl5pPr marL="2286000" lvl="4"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5pPr>
            <a:lvl6pPr marL="2743200" lvl="5"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6pPr>
            <a:lvl7pPr marL="3200400" lvl="6"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7pPr>
            <a:lvl8pPr marL="3657600" lvl="7"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8pPr>
            <a:lvl9pPr marL="4114800" lvl="8"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9pPr>
          </a:lstStyle>
          <a:p>
            <a:endParaRPr/>
          </a:p>
        </p:txBody>
      </p:sp>
      <p:sp>
        <p:nvSpPr>
          <p:cNvPr id="8" name="Google Shape;8;p1"/>
          <p:cNvSpPr txBox="1">
            <a:spLocks noGrp="1"/>
          </p:cNvSpPr>
          <p:nvPr>
            <p:ph type="sldNum" idx="12"/>
          </p:nvPr>
        </p:nvSpPr>
        <p:spPr>
          <a:xfrm>
            <a:off x="13557" y="4785525"/>
            <a:ext cx="548700" cy="357900"/>
          </a:xfrm>
          <a:prstGeom prst="rect">
            <a:avLst/>
          </a:prstGeom>
          <a:noFill/>
          <a:ln>
            <a:noFill/>
          </a:ln>
        </p:spPr>
        <p:txBody>
          <a:bodyPr spcFirstLastPara="1" wrap="square" lIns="91425" tIns="91425" rIns="91425" bIns="91425" anchor="t" anchorCtr="0">
            <a:noAutofit/>
          </a:bodyPr>
          <a:lstStyle>
            <a:lvl1pPr lvl="0">
              <a:buNone/>
              <a:defRPr sz="1200">
                <a:solidFill>
                  <a:srgbClr val="19BBD5"/>
                </a:solidFill>
                <a:latin typeface="Nixie One"/>
                <a:ea typeface="Nixie One"/>
                <a:cs typeface="Nixie One"/>
                <a:sym typeface="Nixie One"/>
              </a:defRPr>
            </a:lvl1pPr>
            <a:lvl2pPr lvl="1">
              <a:buNone/>
              <a:defRPr sz="1200">
                <a:solidFill>
                  <a:srgbClr val="19BBD5"/>
                </a:solidFill>
                <a:latin typeface="Nixie One"/>
                <a:ea typeface="Nixie One"/>
                <a:cs typeface="Nixie One"/>
                <a:sym typeface="Nixie One"/>
              </a:defRPr>
            </a:lvl2pPr>
            <a:lvl3pPr lvl="2">
              <a:buNone/>
              <a:defRPr sz="1200">
                <a:solidFill>
                  <a:srgbClr val="19BBD5"/>
                </a:solidFill>
                <a:latin typeface="Nixie One"/>
                <a:ea typeface="Nixie One"/>
                <a:cs typeface="Nixie One"/>
                <a:sym typeface="Nixie One"/>
              </a:defRPr>
            </a:lvl3pPr>
            <a:lvl4pPr lvl="3">
              <a:buNone/>
              <a:defRPr sz="1200">
                <a:solidFill>
                  <a:srgbClr val="19BBD5"/>
                </a:solidFill>
                <a:latin typeface="Nixie One"/>
                <a:ea typeface="Nixie One"/>
                <a:cs typeface="Nixie One"/>
                <a:sym typeface="Nixie One"/>
              </a:defRPr>
            </a:lvl4pPr>
            <a:lvl5pPr lvl="4">
              <a:buNone/>
              <a:defRPr sz="1200">
                <a:solidFill>
                  <a:srgbClr val="19BBD5"/>
                </a:solidFill>
                <a:latin typeface="Nixie One"/>
                <a:ea typeface="Nixie One"/>
                <a:cs typeface="Nixie One"/>
                <a:sym typeface="Nixie One"/>
              </a:defRPr>
            </a:lvl5pPr>
            <a:lvl6pPr lvl="5">
              <a:buNone/>
              <a:defRPr sz="1200">
                <a:solidFill>
                  <a:srgbClr val="19BBD5"/>
                </a:solidFill>
                <a:latin typeface="Nixie One"/>
                <a:ea typeface="Nixie One"/>
                <a:cs typeface="Nixie One"/>
                <a:sym typeface="Nixie One"/>
              </a:defRPr>
            </a:lvl6pPr>
            <a:lvl7pPr lvl="6">
              <a:buNone/>
              <a:defRPr sz="1200">
                <a:solidFill>
                  <a:srgbClr val="19BBD5"/>
                </a:solidFill>
                <a:latin typeface="Nixie One"/>
                <a:ea typeface="Nixie One"/>
                <a:cs typeface="Nixie One"/>
                <a:sym typeface="Nixie One"/>
              </a:defRPr>
            </a:lvl7pPr>
            <a:lvl8pPr lvl="7">
              <a:buNone/>
              <a:defRPr sz="1200">
                <a:solidFill>
                  <a:srgbClr val="19BBD5"/>
                </a:solidFill>
                <a:latin typeface="Nixie One"/>
                <a:ea typeface="Nixie One"/>
                <a:cs typeface="Nixie One"/>
                <a:sym typeface="Nixie One"/>
              </a:defRPr>
            </a:lvl8pPr>
            <a:lvl9pPr lvl="8">
              <a:buNone/>
              <a:defRPr sz="1200">
                <a:solidFill>
                  <a:srgbClr val="19BBD5"/>
                </a:solidFill>
                <a:latin typeface="Nixie One"/>
                <a:ea typeface="Nixie One"/>
                <a:cs typeface="Nixie One"/>
                <a:sym typeface="Nixie One"/>
              </a:defRPr>
            </a:lvl9pPr>
          </a:lstStyle>
          <a:p>
            <a:pPr marL="0" lvl="0" indent="0" algn="l"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hyperlink" Target="https://blynk.io/" TargetMode="External"/><Relationship Id="rId3" Type="http://schemas.openxmlformats.org/officeDocument/2006/relationships/hyperlink" Target="https://www.tinkercad.com/dashboard" TargetMode="External"/><Relationship Id="rId7" Type="http://schemas.openxmlformats.org/officeDocument/2006/relationships/hyperlink" Target="https://github.com/"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https://firebase.google.com/docs" TargetMode="External"/><Relationship Id="rId5" Type="http://schemas.openxmlformats.org/officeDocument/2006/relationships/hyperlink" Target="https://firebase.google.com/" TargetMode="External"/><Relationship Id="rId4" Type="http://schemas.openxmlformats.org/officeDocument/2006/relationships/hyperlink" Target="https://create.arduino.cc/"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11"/>
          <p:cNvSpPr txBox="1">
            <a:spLocks noGrp="1"/>
          </p:cNvSpPr>
          <p:nvPr>
            <p:ph type="ctrTitle"/>
          </p:nvPr>
        </p:nvSpPr>
        <p:spPr>
          <a:xfrm>
            <a:off x="0" y="1431561"/>
            <a:ext cx="9144000" cy="2480872"/>
          </a:xfrm>
          <a:prstGeom prst="rect">
            <a:avLst/>
          </a:prstGeom>
        </p:spPr>
        <p:txBody>
          <a:bodyPr spcFirstLastPara="1" wrap="square" lIns="91425" tIns="91425" rIns="91425" bIns="91425" anchor="ctr" anchorCtr="0">
            <a:noAutofit/>
            <a:scene3d>
              <a:camera prst="orthographicFront"/>
              <a:lightRig rig="harsh" dir="t"/>
            </a:scene3d>
            <a:sp3d extrusionH="57150" prstMaterial="matte">
              <a:bevelT w="63500" h="12700" prst="angle"/>
              <a:contourClr>
                <a:schemeClr val="bg1">
                  <a:lumMod val="65000"/>
                </a:schemeClr>
              </a:contourClr>
            </a:sp3d>
          </a:bodyPr>
          <a:lstStyle/>
          <a:p>
            <a:pPr marL="0" lvl="0" indent="0" algn="ctr" rtl="0">
              <a:spcBef>
                <a:spcPts val="0"/>
              </a:spcBef>
              <a:spcAft>
                <a:spcPts val="0"/>
              </a:spcAft>
              <a:buNone/>
            </a:pPr>
            <a:r>
              <a:rPr lang="en-IN" sz="9600" u="sng" dirty="0">
                <a:ln/>
                <a:solidFill>
                  <a:schemeClr val="bg2"/>
                </a:solidFill>
                <a:effectLst>
                  <a:glow rad="63500">
                    <a:schemeClr val="accent5">
                      <a:satMod val="175000"/>
                      <a:alpha val="40000"/>
                    </a:schemeClr>
                  </a:glow>
                </a:effectLst>
                <a:latin typeface="Algerian" panose="04020705040A02060702" pitchFamily="82" charset="0"/>
                <a:cs typeface="Times New Roman" panose="02020603050405020304" pitchFamily="18" charset="0"/>
              </a:rPr>
              <a:t>Smart City</a:t>
            </a:r>
            <a:br>
              <a:rPr lang="en-IN" u="sng" dirty="0">
                <a:ln/>
                <a:solidFill>
                  <a:schemeClr val="bg2"/>
                </a:solidFill>
                <a:effectLst>
                  <a:glow rad="63500">
                    <a:schemeClr val="accent5">
                      <a:satMod val="175000"/>
                      <a:alpha val="40000"/>
                    </a:schemeClr>
                  </a:glow>
                </a:effectLst>
                <a:latin typeface="Algerian" panose="04020705040A02060702" pitchFamily="82" charset="0"/>
                <a:cs typeface="Times New Roman" panose="02020603050405020304" pitchFamily="18" charset="0"/>
              </a:rPr>
            </a:br>
            <a:r>
              <a:rPr lang="en-IN" sz="4000" dirty="0">
                <a:ln/>
                <a:solidFill>
                  <a:schemeClr val="bg2"/>
                </a:solidFill>
                <a:effectLst>
                  <a:glow rad="63500">
                    <a:schemeClr val="accent5">
                      <a:satMod val="175000"/>
                      <a:alpha val="40000"/>
                    </a:schemeClr>
                  </a:glow>
                </a:effectLst>
                <a:latin typeface="Times New Roman" panose="02020603050405020304" pitchFamily="18" charset="0"/>
                <a:cs typeface="Times New Roman" panose="02020603050405020304" pitchFamily="18" charset="0"/>
              </a:rPr>
              <a:t>The IOT Project</a:t>
            </a:r>
            <a:endParaRPr sz="4000" dirty="0">
              <a:ln/>
              <a:solidFill>
                <a:schemeClr val="bg2"/>
              </a:solidFill>
              <a:effectLst>
                <a:glow rad="63500">
                  <a:schemeClr val="accent5">
                    <a:satMod val="175000"/>
                    <a:alpha val="40000"/>
                  </a:schemeClr>
                </a:glo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8" name="Title 1">
            <a:extLst>
              <a:ext uri="{FF2B5EF4-FFF2-40B4-BE49-F238E27FC236}">
                <a16:creationId xmlns:a16="http://schemas.microsoft.com/office/drawing/2014/main" id="{5E41FB6C-7A8F-4782-A444-1E7B7287F5BA}"/>
              </a:ext>
            </a:extLst>
          </p:cNvPr>
          <p:cNvSpPr>
            <a:spLocks noGrp="1"/>
          </p:cNvSpPr>
          <p:nvPr>
            <p:ph type="title"/>
          </p:nvPr>
        </p:nvSpPr>
        <p:spPr>
          <a:xfrm>
            <a:off x="532171" y="824895"/>
            <a:ext cx="8079653" cy="860954"/>
          </a:xfrm>
        </p:spPr>
        <p:txBody>
          <a:bodyPr>
            <a:normAutofit/>
          </a:bodyPr>
          <a:lstStyle/>
          <a:p>
            <a:pPr algn="ctr"/>
            <a:r>
              <a:rPr lang="en-IN" sz="3200" u="sng" dirty="0">
                <a:latin typeface="Algerian" panose="04020705040A02060702" pitchFamily="82" charset="0"/>
              </a:rPr>
              <a:t>Group member’s details</a:t>
            </a:r>
          </a:p>
        </p:txBody>
      </p:sp>
      <p:graphicFrame>
        <p:nvGraphicFramePr>
          <p:cNvPr id="9" name="Table 4">
            <a:extLst>
              <a:ext uri="{FF2B5EF4-FFF2-40B4-BE49-F238E27FC236}">
                <a16:creationId xmlns:a16="http://schemas.microsoft.com/office/drawing/2014/main" id="{E22AB09D-4C89-4A6B-B6A5-E6BB1B3A6B23}"/>
              </a:ext>
            </a:extLst>
          </p:cNvPr>
          <p:cNvGraphicFramePr>
            <a:graphicFrameLocks noGrp="1"/>
          </p:cNvGraphicFramePr>
          <p:nvPr>
            <p:extLst>
              <p:ext uri="{D42A27DB-BD31-4B8C-83A1-F6EECF244321}">
                <p14:modId xmlns:p14="http://schemas.microsoft.com/office/powerpoint/2010/main" val="3194030456"/>
              </p:ext>
            </p:extLst>
          </p:nvPr>
        </p:nvGraphicFramePr>
        <p:xfrm>
          <a:off x="43931" y="1984396"/>
          <a:ext cx="9056135" cy="2081212"/>
        </p:xfrm>
        <a:graphic>
          <a:graphicData uri="http://schemas.openxmlformats.org/drawingml/2006/table">
            <a:tbl>
              <a:tblPr firstRow="1" bandRow="1">
                <a:tableStyleId>{5C22544A-7EE6-4342-B048-85BDC9FD1C3A}</a:tableStyleId>
              </a:tblPr>
              <a:tblGrid>
                <a:gridCol w="5699826">
                  <a:extLst>
                    <a:ext uri="{9D8B030D-6E8A-4147-A177-3AD203B41FA5}">
                      <a16:colId xmlns:a16="http://schemas.microsoft.com/office/drawing/2014/main" val="2647521589"/>
                    </a:ext>
                  </a:extLst>
                </a:gridCol>
                <a:gridCol w="3356309">
                  <a:extLst>
                    <a:ext uri="{9D8B030D-6E8A-4147-A177-3AD203B41FA5}">
                      <a16:colId xmlns:a16="http://schemas.microsoft.com/office/drawing/2014/main" val="2802977857"/>
                    </a:ext>
                  </a:extLst>
                </a:gridCol>
              </a:tblGrid>
              <a:tr h="520303">
                <a:tc>
                  <a:txBody>
                    <a:bodyPr/>
                    <a:lstStyle/>
                    <a:p>
                      <a:pPr algn="ctr"/>
                      <a:r>
                        <a:rPr lang="en-IN" sz="2400" b="1" u="sng" dirty="0">
                          <a:solidFill>
                            <a:schemeClr val="tx1"/>
                          </a:solidFill>
                          <a:latin typeface="Times New Roman" panose="02020603050405020304" pitchFamily="18" charset="0"/>
                          <a:cs typeface="Times New Roman" panose="02020603050405020304" pitchFamily="18" charset="0"/>
                        </a:rPr>
                        <a:t>NAME</a:t>
                      </a:r>
                      <a:endParaRPr lang="en-IN" sz="2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IN" sz="2400" b="1" u="sng" dirty="0">
                          <a:solidFill>
                            <a:schemeClr val="tx1"/>
                          </a:solidFill>
                          <a:latin typeface="Times New Roman" panose="02020603050405020304" pitchFamily="18" charset="0"/>
                          <a:cs typeface="Times New Roman" panose="02020603050405020304" pitchFamily="18" charset="0"/>
                        </a:rPr>
                        <a:t>ENROLLMENT</a:t>
                      </a:r>
                      <a:endParaRPr lang="en-IN" sz="240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36373175"/>
                  </a:ext>
                </a:extLst>
              </a:tr>
              <a:tr h="52030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BASITA RONAK K.</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180163107002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1241980"/>
                  </a:ext>
                </a:extLst>
              </a:tr>
              <a:tr h="52030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CHAVDA DARSHAN 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180163107010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41040112"/>
                  </a:ext>
                </a:extLst>
              </a:tr>
              <a:tr h="52030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PATHAN MOHAMMAD RIYAZKHAN 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180163107027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651813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E93A3D9-89ED-4980-BEB7-8495F6D0ACC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3</a:t>
            </a:fld>
            <a:endParaRPr lang="en" dirty="0"/>
          </a:p>
        </p:txBody>
      </p:sp>
      <p:sp>
        <p:nvSpPr>
          <p:cNvPr id="7" name="Content Placeholder 2">
            <a:extLst>
              <a:ext uri="{FF2B5EF4-FFF2-40B4-BE49-F238E27FC236}">
                <a16:creationId xmlns:a16="http://schemas.microsoft.com/office/drawing/2014/main" id="{E7491E3A-AD50-4C3D-88F1-CC8F9CB72033}"/>
              </a:ext>
            </a:extLst>
          </p:cNvPr>
          <p:cNvSpPr txBox="1">
            <a:spLocks/>
          </p:cNvSpPr>
          <p:nvPr/>
        </p:nvSpPr>
        <p:spPr>
          <a:xfrm>
            <a:off x="2616201" y="996115"/>
            <a:ext cx="4267200" cy="394001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7500" algn="l" rtl="0">
              <a:lnSpc>
                <a:spcPct val="100000"/>
              </a:lnSpc>
              <a:spcBef>
                <a:spcPts val="60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1pPr>
            <a:lvl2pPr marL="914400" marR="0" lvl="1"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2pPr>
            <a:lvl3pPr marL="1371600" marR="0" lvl="2"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3pPr>
            <a:lvl4pPr marL="1828800" marR="0" lvl="3"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4pPr>
            <a:lvl5pPr marL="2286000" marR="0" lvl="4"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5pPr>
            <a:lvl6pPr marL="2743200" marR="0" lvl="5"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6pPr>
            <a:lvl7pPr marL="3200400" marR="0" lvl="6"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7pPr>
            <a:lvl8pPr marL="3657600" marR="0" lvl="7"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8pPr>
            <a:lvl9pPr marL="4114800" marR="0" lvl="8"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9pPr>
          </a:lstStyle>
          <a:p>
            <a:r>
              <a:rPr lang="en-IN" sz="1800" dirty="0">
                <a:latin typeface="Times New Roman" panose="02020603050405020304" pitchFamily="18" charset="0"/>
                <a:cs typeface="Times New Roman" panose="02020603050405020304" pitchFamily="18" charset="0"/>
              </a:rPr>
              <a:t>Definition</a:t>
            </a:r>
          </a:p>
          <a:p>
            <a:r>
              <a:rPr lang="en-IN" sz="1800" dirty="0">
                <a:latin typeface="Times New Roman" panose="02020603050405020304" pitchFamily="18" charset="0"/>
                <a:cs typeface="Times New Roman" panose="02020603050405020304" pitchFamily="18" charset="0"/>
              </a:rPr>
              <a:t>Objective</a:t>
            </a:r>
          </a:p>
          <a:p>
            <a:r>
              <a:rPr lang="en-IN" sz="1800" dirty="0">
                <a:latin typeface="Times New Roman" panose="02020603050405020304" pitchFamily="18" charset="0"/>
                <a:cs typeface="Times New Roman" panose="02020603050405020304" pitchFamily="18" charset="0"/>
              </a:rPr>
              <a:t>Project Details</a:t>
            </a:r>
          </a:p>
          <a:p>
            <a:r>
              <a:rPr lang="en-IN" sz="1800" dirty="0">
                <a:latin typeface="Times New Roman" panose="02020603050405020304" pitchFamily="18" charset="0"/>
                <a:cs typeface="Times New Roman" panose="02020603050405020304" pitchFamily="18" charset="0"/>
              </a:rPr>
              <a:t>How It Works?</a:t>
            </a:r>
          </a:p>
          <a:p>
            <a:r>
              <a:rPr lang="en-IN" sz="1800" dirty="0">
                <a:latin typeface="Times New Roman" panose="02020603050405020304" pitchFamily="18" charset="0"/>
                <a:cs typeface="Times New Roman" panose="02020603050405020304" pitchFamily="18" charset="0"/>
              </a:rPr>
              <a:t>Similar Project and Their Limitation</a:t>
            </a:r>
          </a:p>
          <a:p>
            <a:r>
              <a:rPr lang="en-IN" sz="1800" dirty="0">
                <a:latin typeface="Times New Roman" panose="02020603050405020304" pitchFamily="18" charset="0"/>
                <a:cs typeface="Times New Roman" panose="02020603050405020304" pitchFamily="18" charset="0"/>
              </a:rPr>
              <a:t>Our Services</a:t>
            </a:r>
          </a:p>
          <a:p>
            <a:r>
              <a:rPr lang="en-IN" sz="1800" dirty="0">
                <a:latin typeface="Times New Roman" panose="02020603050405020304" pitchFamily="18" charset="0"/>
                <a:cs typeface="Times New Roman" panose="02020603050405020304" pitchFamily="18" charset="0"/>
              </a:rPr>
              <a:t>Social Impact</a:t>
            </a:r>
          </a:p>
          <a:p>
            <a:r>
              <a:rPr lang="en-IN" sz="1800" dirty="0">
                <a:latin typeface="Times New Roman" panose="02020603050405020304" pitchFamily="18" charset="0"/>
                <a:cs typeface="Times New Roman" panose="02020603050405020304" pitchFamily="18" charset="0"/>
              </a:rPr>
              <a:t>Economical Impact</a:t>
            </a:r>
          </a:p>
          <a:p>
            <a:r>
              <a:rPr lang="en-IN" sz="1800" dirty="0">
                <a:latin typeface="Times New Roman" panose="02020603050405020304" pitchFamily="18" charset="0"/>
                <a:cs typeface="Times New Roman" panose="02020603050405020304" pitchFamily="18" charset="0"/>
              </a:rPr>
              <a:t>Future Plan</a:t>
            </a:r>
          </a:p>
          <a:p>
            <a:r>
              <a:rPr lang="en-IN" sz="1800" dirty="0">
                <a:latin typeface="Times New Roman" panose="02020603050405020304" pitchFamily="18" charset="0"/>
                <a:cs typeface="Times New Roman" panose="02020603050405020304" pitchFamily="18" charset="0"/>
              </a:rPr>
              <a:t>References</a:t>
            </a:r>
          </a:p>
          <a:p>
            <a:endParaRPr lang="en-IN" sz="1800" dirty="0">
              <a:latin typeface="Times New Roman" panose="02020603050405020304" pitchFamily="18" charset="0"/>
              <a:cs typeface="Times New Roman" panose="02020603050405020304" pitchFamily="18" charset="0"/>
            </a:endParaRPr>
          </a:p>
          <a:p>
            <a:pPr lvl="1"/>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09B30581-86E7-4CA0-BACF-91E62B8BF03B}"/>
              </a:ext>
            </a:extLst>
          </p:cNvPr>
          <p:cNvSpPr>
            <a:spLocks noGrp="1"/>
          </p:cNvSpPr>
          <p:nvPr>
            <p:ph type="title"/>
          </p:nvPr>
        </p:nvSpPr>
        <p:spPr>
          <a:xfrm>
            <a:off x="3054878" y="207368"/>
            <a:ext cx="3233641" cy="849177"/>
          </a:xfrm>
        </p:spPr>
        <p:txBody>
          <a:bodyPr>
            <a:normAutofit fontScale="90000"/>
          </a:bodyPr>
          <a:lstStyle/>
          <a:p>
            <a:r>
              <a:rPr lang="en-IN" sz="4400" u="sng" dirty="0">
                <a:latin typeface="Algerian" panose="04020705040A02060702" pitchFamily="82" charset="0"/>
                <a:cs typeface="Arial" panose="020B0604020202020204" pitchFamily="34" charset="0"/>
              </a:rPr>
              <a:t>Outlines:</a:t>
            </a:r>
            <a:endParaRPr lang="en-IN" sz="8800" dirty="0">
              <a:latin typeface="Algerian" panose="04020705040A02060702" pitchFamily="82" charset="0"/>
            </a:endParaRPr>
          </a:p>
        </p:txBody>
      </p:sp>
    </p:spTree>
    <p:extLst>
      <p:ext uri="{BB962C8B-B14F-4D97-AF65-F5344CB8AC3E}">
        <p14:creationId xmlns:p14="http://schemas.microsoft.com/office/powerpoint/2010/main" val="3198115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2"/>
          <p:cNvSpPr txBox="1">
            <a:spLocks noGrp="1"/>
          </p:cNvSpPr>
          <p:nvPr>
            <p:ph type="title"/>
          </p:nvPr>
        </p:nvSpPr>
        <p:spPr>
          <a:xfrm>
            <a:off x="2942301" y="457121"/>
            <a:ext cx="5183490" cy="64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800" u="sng" dirty="0">
                <a:latin typeface="Algerian" panose="04020705040A02060702" pitchFamily="82" charset="0"/>
                <a:cs typeface="Times New Roman" panose="02020603050405020304" pitchFamily="18" charset="0"/>
              </a:rPr>
              <a:t>DEFINITION</a:t>
            </a:r>
            <a:endParaRPr sz="4800" u="sng" dirty="0">
              <a:latin typeface="Algerian" panose="04020705040A02060702" pitchFamily="82" charset="0"/>
              <a:cs typeface="Times New Roman" panose="02020603050405020304" pitchFamily="18" charset="0"/>
            </a:endParaRPr>
          </a:p>
        </p:txBody>
      </p:sp>
      <p:sp>
        <p:nvSpPr>
          <p:cNvPr id="343" name="Google Shape;343;p12"/>
          <p:cNvSpPr txBox="1"/>
          <p:nvPr/>
        </p:nvSpPr>
        <p:spPr>
          <a:xfrm>
            <a:off x="944484" y="1007533"/>
            <a:ext cx="3230211" cy="3356196"/>
          </a:xfrm>
          <a:prstGeom prst="rect">
            <a:avLst/>
          </a:prstGeom>
          <a:noFill/>
          <a:ln>
            <a:noFill/>
          </a:ln>
        </p:spPr>
        <p:txBody>
          <a:bodyPr spcFirstLastPara="1" wrap="square" lIns="91425" tIns="91425" rIns="91425" bIns="91425" anchor="t" anchorCtr="0">
            <a:noAutofit/>
          </a:bodyPr>
          <a:lstStyle/>
          <a:p>
            <a:pPr marL="0" lvl="0" indent="0" algn="ctr" rtl="1">
              <a:spcBef>
                <a:spcPts val="600"/>
              </a:spcBef>
              <a:spcAft>
                <a:spcPts val="0"/>
              </a:spcAft>
              <a:buNone/>
            </a:pPr>
            <a:r>
              <a:rPr lang="en-US" sz="2000" b="1" dirty="0">
                <a:solidFill>
                  <a:srgbClr val="00E1C6"/>
                </a:solidFill>
                <a:latin typeface="Times New Roman" panose="02020603050405020304" pitchFamily="18" charset="0"/>
                <a:ea typeface="Muli"/>
                <a:cs typeface="Times New Roman" panose="02020603050405020304" pitchFamily="18" charset="0"/>
                <a:sym typeface="Muli"/>
              </a:rPr>
              <a:t>Normal City</a:t>
            </a:r>
            <a:endParaRPr lang="en-US" sz="2000" dirty="0">
              <a:solidFill>
                <a:srgbClr val="00E1C6"/>
              </a:solidFill>
              <a:latin typeface="Times New Roman" panose="02020603050405020304" pitchFamily="18" charset="0"/>
              <a:ea typeface="Muli"/>
              <a:cs typeface="Times New Roman" panose="02020603050405020304" pitchFamily="18" charset="0"/>
              <a:sym typeface="Muli"/>
            </a:endParaRPr>
          </a:p>
          <a:p>
            <a:pPr marL="285750" lvl="0" indent="-285750" algn="just" rtl="0">
              <a:spcBef>
                <a:spcPts val="600"/>
              </a:spcBef>
              <a:spcAft>
                <a:spcPts val="0"/>
              </a:spcAft>
              <a:buClr>
                <a:schemeClr val="dk1"/>
              </a:buClr>
              <a:buSzPts val="1100"/>
              <a:buFont typeface="Arial" panose="020B0604020202020204" pitchFamily="34" charset="0"/>
              <a:buChar char="•"/>
            </a:pPr>
            <a:r>
              <a:rPr lang="en-US" sz="1800" dirty="0">
                <a:solidFill>
                  <a:srgbClr val="C6DAEC"/>
                </a:solidFill>
                <a:latin typeface="Times New Roman" panose="02020603050405020304" pitchFamily="18" charset="0"/>
                <a:ea typeface="Muli"/>
                <a:cs typeface="Times New Roman" panose="02020603050405020304" pitchFamily="18" charset="0"/>
                <a:sym typeface="Muli"/>
              </a:rPr>
              <a:t>In Normal cities people live their lives in bounded environment and do all the normal stuff of their lives manually by themselves or through others.</a:t>
            </a:r>
          </a:p>
          <a:p>
            <a:pPr marL="285750" lvl="0" indent="-285750" algn="just" rtl="0">
              <a:spcBef>
                <a:spcPts val="600"/>
              </a:spcBef>
              <a:spcAft>
                <a:spcPts val="0"/>
              </a:spcAft>
              <a:buClr>
                <a:schemeClr val="dk1"/>
              </a:buClr>
              <a:buSzPts val="1100"/>
              <a:buFont typeface="Arial" panose="020B0604020202020204" pitchFamily="34" charset="0"/>
              <a:buChar char="•"/>
            </a:pPr>
            <a:r>
              <a:rPr lang="en-US" sz="1800" dirty="0">
                <a:solidFill>
                  <a:srgbClr val="C6DAEC"/>
                </a:solidFill>
                <a:latin typeface="Times New Roman" panose="02020603050405020304" pitchFamily="18" charset="0"/>
                <a:ea typeface="Muli"/>
                <a:cs typeface="Times New Roman" panose="02020603050405020304" pitchFamily="18" charset="0"/>
                <a:sym typeface="Muli"/>
              </a:rPr>
              <a:t>Generally, there is no automation for any worthless thing and people waste their precious time on the essence care of these small worthless things</a:t>
            </a:r>
            <a:r>
              <a:rPr lang="en-US" dirty="0">
                <a:solidFill>
                  <a:srgbClr val="C6DAEC"/>
                </a:solidFill>
                <a:latin typeface="Times New Roman" panose="02020603050405020304" pitchFamily="18" charset="0"/>
                <a:ea typeface="Muli"/>
                <a:cs typeface="Times New Roman" panose="02020603050405020304" pitchFamily="18" charset="0"/>
                <a:sym typeface="Muli"/>
              </a:rPr>
              <a:t>.</a:t>
            </a:r>
          </a:p>
          <a:p>
            <a:pPr marL="0" lvl="0" indent="0" algn="just" rtl="0">
              <a:spcBef>
                <a:spcPts val="600"/>
              </a:spcBef>
              <a:spcAft>
                <a:spcPts val="0"/>
              </a:spcAft>
              <a:buNone/>
            </a:pPr>
            <a:endParaRPr lang="en-US" dirty="0">
              <a:solidFill>
                <a:srgbClr val="C6DAEC"/>
              </a:solidFill>
              <a:latin typeface="Times New Roman" panose="02020603050405020304" pitchFamily="18" charset="0"/>
              <a:ea typeface="Muli"/>
              <a:cs typeface="Times New Roman" panose="02020603050405020304" pitchFamily="18" charset="0"/>
              <a:sym typeface="Muli"/>
            </a:endParaRPr>
          </a:p>
        </p:txBody>
      </p:sp>
      <p:sp>
        <p:nvSpPr>
          <p:cNvPr id="7" name="Google Shape;343;p12">
            <a:extLst>
              <a:ext uri="{FF2B5EF4-FFF2-40B4-BE49-F238E27FC236}">
                <a16:creationId xmlns:a16="http://schemas.microsoft.com/office/drawing/2014/main" id="{12D7730C-A1BD-4B8D-8DC8-3D13ADD5BC0A}"/>
              </a:ext>
            </a:extLst>
          </p:cNvPr>
          <p:cNvSpPr txBox="1"/>
          <p:nvPr/>
        </p:nvSpPr>
        <p:spPr>
          <a:xfrm>
            <a:off x="4921832" y="1102422"/>
            <a:ext cx="3277684" cy="3683104"/>
          </a:xfrm>
          <a:prstGeom prst="rect">
            <a:avLst/>
          </a:prstGeom>
          <a:noFill/>
          <a:ln>
            <a:noFill/>
          </a:ln>
        </p:spPr>
        <p:txBody>
          <a:bodyPr spcFirstLastPara="1" wrap="square" lIns="91425" tIns="91425" rIns="91425" bIns="91425" anchor="t" anchorCtr="0">
            <a:noAutofit/>
          </a:bodyPr>
          <a:lstStyle/>
          <a:p>
            <a:pPr marL="0" lvl="0" indent="0" algn="ctr" rtl="0">
              <a:spcBef>
                <a:spcPts val="600"/>
              </a:spcBef>
              <a:spcAft>
                <a:spcPts val="0"/>
              </a:spcAft>
              <a:buNone/>
            </a:pPr>
            <a:r>
              <a:rPr lang="en-US" sz="2000" b="1" dirty="0">
                <a:solidFill>
                  <a:srgbClr val="00E1C6"/>
                </a:solidFill>
                <a:latin typeface="Times New Roman" panose="02020603050405020304" pitchFamily="18" charset="0"/>
                <a:ea typeface="Muli"/>
                <a:cs typeface="Times New Roman" panose="02020603050405020304" pitchFamily="18" charset="0"/>
                <a:sym typeface="Muli"/>
              </a:rPr>
              <a:t>Smart City</a:t>
            </a:r>
            <a:endParaRPr lang="en-US" sz="2000" dirty="0">
              <a:solidFill>
                <a:srgbClr val="00E1C6"/>
              </a:solidFill>
              <a:latin typeface="Times New Roman" panose="02020603050405020304" pitchFamily="18" charset="0"/>
              <a:ea typeface="Muli"/>
              <a:cs typeface="Times New Roman" panose="02020603050405020304" pitchFamily="18" charset="0"/>
              <a:sym typeface="Muli"/>
            </a:endParaRPr>
          </a:p>
          <a:p>
            <a:pPr marL="285750" lvl="0" indent="-285750" algn="just" rtl="0">
              <a:spcBef>
                <a:spcPts val="600"/>
              </a:spcBef>
              <a:spcAft>
                <a:spcPts val="0"/>
              </a:spcAft>
              <a:buClr>
                <a:schemeClr val="tx1"/>
              </a:buClr>
              <a:buFont typeface="Arial" panose="020B0604020202020204" pitchFamily="34" charset="0"/>
              <a:buChar char="•"/>
            </a:pPr>
            <a:r>
              <a:rPr lang="en-US" sz="1800" dirty="0">
                <a:solidFill>
                  <a:schemeClr val="tx1"/>
                </a:solidFill>
                <a:latin typeface="Times New Roman" panose="02020603050405020304" pitchFamily="18" charset="0"/>
                <a:ea typeface="Muli"/>
                <a:cs typeface="Times New Roman" panose="02020603050405020304" pitchFamily="18" charset="0"/>
                <a:sym typeface="Muli"/>
              </a:rPr>
              <a:t>In Smart Cities people live standard lives and do all the normal stuff with the help of latest technology trends like machineries, robotics and Information Technologies.</a:t>
            </a:r>
          </a:p>
          <a:p>
            <a:pPr marL="285750" lvl="0" indent="-285750" algn="just" rtl="0">
              <a:spcBef>
                <a:spcPts val="600"/>
              </a:spcBef>
              <a:spcAft>
                <a:spcPts val="0"/>
              </a:spcAft>
              <a:buClr>
                <a:schemeClr val="tx1"/>
              </a:buClr>
              <a:buFont typeface="Arial" panose="020B0604020202020204" pitchFamily="34" charset="0"/>
              <a:buChar char="•"/>
            </a:pPr>
            <a:r>
              <a:rPr lang="en-US" sz="1800" dirty="0">
                <a:solidFill>
                  <a:schemeClr val="tx1"/>
                </a:solidFill>
                <a:latin typeface="Times New Roman" panose="02020603050405020304" pitchFamily="18" charset="0"/>
                <a:ea typeface="Muli"/>
                <a:cs typeface="Times New Roman" panose="02020603050405020304" pitchFamily="18" charset="0"/>
                <a:sym typeface="Muli"/>
              </a:rPr>
              <a:t>The people of the smart city can focus on their primary objective without taking burden of the worthless stuffs. All the daily normal task are done by the machines.</a:t>
            </a:r>
          </a:p>
        </p:txBody>
      </p:sp>
    </p:spTree>
    <p:extLst>
      <p:ext uri="{BB962C8B-B14F-4D97-AF65-F5344CB8AC3E}">
        <p14:creationId xmlns:p14="http://schemas.microsoft.com/office/powerpoint/2010/main" val="3016951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8D4C1E6-6A1F-4CBB-AA3F-41B6E8399EEC}"/>
              </a:ext>
            </a:extLst>
          </p:cNvPr>
          <p:cNvSpPr>
            <a:spLocks noGrp="1"/>
          </p:cNvSpPr>
          <p:nvPr>
            <p:ph type="title"/>
          </p:nvPr>
        </p:nvSpPr>
        <p:spPr>
          <a:xfrm>
            <a:off x="-76316" y="-40862"/>
            <a:ext cx="9220316" cy="1478570"/>
          </a:xfrm>
        </p:spPr>
        <p:txBody>
          <a:bodyPr>
            <a:normAutofit/>
          </a:bodyPr>
          <a:lstStyle/>
          <a:p>
            <a:pPr marL="457200" algn="ctr">
              <a:lnSpc>
                <a:spcPct val="107000"/>
              </a:lnSpc>
              <a:spcAft>
                <a:spcPts val="800"/>
              </a:spcAft>
            </a:pPr>
            <a:r>
              <a:rPr lang="en-IN" sz="5400" u="sng" dirty="0">
                <a:effectLst/>
                <a:latin typeface="Algerian" panose="04020705040A02060702" pitchFamily="82" charset="0"/>
                <a:ea typeface="Calibri" panose="020F0502020204030204" pitchFamily="34" charset="0"/>
                <a:cs typeface="Arial" panose="020B0604020202020204" pitchFamily="34" charset="0"/>
              </a:rPr>
              <a:t>OBJECTIVE</a:t>
            </a:r>
            <a:endParaRPr lang="en-IN" sz="7200" dirty="0">
              <a:latin typeface="Algerian" panose="04020705040A02060702" pitchFamily="82" charset="0"/>
            </a:endParaRPr>
          </a:p>
        </p:txBody>
      </p:sp>
      <p:sp>
        <p:nvSpPr>
          <p:cNvPr id="8" name="Content Placeholder 2">
            <a:extLst>
              <a:ext uri="{FF2B5EF4-FFF2-40B4-BE49-F238E27FC236}">
                <a16:creationId xmlns:a16="http://schemas.microsoft.com/office/drawing/2014/main" id="{2CA118E5-8C23-4FCD-934F-DD3E0FCBA14D}"/>
              </a:ext>
            </a:extLst>
          </p:cNvPr>
          <p:cNvSpPr txBox="1">
            <a:spLocks/>
          </p:cNvSpPr>
          <p:nvPr/>
        </p:nvSpPr>
        <p:spPr>
          <a:xfrm>
            <a:off x="1337733" y="1734041"/>
            <a:ext cx="6468533" cy="314137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7500" algn="l" rtl="0">
              <a:lnSpc>
                <a:spcPct val="100000"/>
              </a:lnSpc>
              <a:spcBef>
                <a:spcPts val="60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1pPr>
            <a:lvl2pPr marL="914400" marR="0" lvl="1"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2pPr>
            <a:lvl3pPr marL="1371600" marR="0" lvl="2"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3pPr>
            <a:lvl4pPr marL="1828800" marR="0" lvl="3"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4pPr>
            <a:lvl5pPr marL="2286000" marR="0" lvl="4"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5pPr>
            <a:lvl6pPr marL="2743200" marR="0" lvl="5"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6pPr>
            <a:lvl7pPr marL="3200400" marR="0" lvl="6"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7pPr>
            <a:lvl8pPr marL="3657600" marR="0" lvl="7"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8pPr>
            <a:lvl9pPr marL="4114800" marR="0" lvl="8"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9pPr>
          </a:lstStyle>
          <a:p>
            <a:pPr marL="342900" indent="-342900" algn="just">
              <a:lnSpc>
                <a:spcPct val="107000"/>
              </a:lnSpc>
              <a:spcAft>
                <a:spcPts val="800"/>
              </a:spcAft>
              <a:buFont typeface="Wingdings" panose="05000000000000000000" pitchFamily="2" charset="2"/>
              <a:buChar char=""/>
            </a:pPr>
            <a:r>
              <a:rPr lang="en-IN" sz="1800" dirty="0">
                <a:latin typeface="Times New Roman" panose="02020603050405020304" pitchFamily="18" charset="0"/>
                <a:ea typeface="Calibri" panose="020F0502020204030204" pitchFamily="34" charset="0"/>
                <a:cs typeface="Arial" panose="020B0604020202020204" pitchFamily="34" charset="0"/>
              </a:rPr>
              <a:t>The objective of “Smart City” Project is about automation of some places that are in the city like Parking system, Street light, Waste </a:t>
            </a:r>
            <a:r>
              <a:rPr lang="en-IN" sz="1800" dirty="0">
                <a:latin typeface="Times New Roman" panose="02020603050405020304" pitchFamily="18" charset="0"/>
                <a:ea typeface="Calibri" panose="020F0502020204030204" pitchFamily="34" charset="0"/>
                <a:cs typeface="Times New Roman" panose="02020603050405020304" pitchFamily="18" charset="0"/>
              </a:rPr>
              <a:t>M</a:t>
            </a:r>
            <a:r>
              <a:rPr lang="en-IN" sz="1800" dirty="0">
                <a:latin typeface="Times New Roman" panose="02020603050405020304" pitchFamily="18" charset="0"/>
                <a:cs typeface="Times New Roman" panose="02020603050405020304" pitchFamily="18" charset="0"/>
              </a:rPr>
              <a:t>anagement</a:t>
            </a:r>
            <a:r>
              <a:rPr lang="en-IN" sz="1800" dirty="0">
                <a:latin typeface="Times New Roman" panose="02020603050405020304" pitchFamily="18" charset="0"/>
                <a:ea typeface="Calibri" panose="020F0502020204030204" pitchFamily="34" charset="0"/>
                <a:cs typeface="Arial" panose="020B0604020202020204" pitchFamily="34" charset="0"/>
              </a:rPr>
              <a:t>, Water Supply for home or public tanks to promote cities that provide core infrastructure and give a decent quality of life to its citizens, a clean and sustainable environment.</a:t>
            </a:r>
          </a:p>
          <a:p>
            <a:pPr marL="342900" indent="-342900" algn="just">
              <a:lnSpc>
                <a:spcPct val="107000"/>
              </a:lnSpc>
              <a:spcAft>
                <a:spcPts val="800"/>
              </a:spcAft>
              <a:buFont typeface="Wingdings" panose="05000000000000000000" pitchFamily="2" charset="2"/>
              <a:buChar char=""/>
            </a:pPr>
            <a:endParaRPr lang="en-IN" sz="1800" dirty="0">
              <a:latin typeface="Times New Roman" panose="02020603050405020304" pitchFamily="18" charset="0"/>
              <a:ea typeface="Calibri" panose="020F0502020204030204" pitchFamily="34" charset="0"/>
              <a:cs typeface="Arial" panose="020B0604020202020204" pitchFamily="34" charset="0"/>
            </a:endParaRPr>
          </a:p>
          <a:p>
            <a:pPr marL="342900" indent="-342900" algn="just">
              <a:lnSpc>
                <a:spcPct val="107000"/>
              </a:lnSpc>
              <a:spcAft>
                <a:spcPts val="800"/>
              </a:spcAft>
              <a:buFont typeface="Wingdings" panose="05000000000000000000" pitchFamily="2" charset="2"/>
              <a:buChar char=""/>
            </a:pPr>
            <a:endParaRPr lang="en-IN" sz="1800" dirty="0">
              <a:latin typeface="Times New Roman" panose="02020603050405020304" pitchFamily="18" charset="0"/>
              <a:ea typeface="Calibri" panose="020F0502020204030204" pitchFamily="34" charset="0"/>
              <a:cs typeface="Arial" panose="020B0604020202020204" pitchFamily="34" charset="0"/>
            </a:endParaRPr>
          </a:p>
          <a:p>
            <a:pPr marL="342900" indent="-342900" algn="just">
              <a:lnSpc>
                <a:spcPct val="107000"/>
              </a:lnSpc>
              <a:spcAft>
                <a:spcPts val="800"/>
              </a:spcAft>
              <a:buFont typeface="Wingdings" panose="05000000000000000000" pitchFamily="2" charset="2"/>
              <a:buChar char=""/>
            </a:pPr>
            <a:endParaRPr lang="en-IN" sz="1800" dirty="0">
              <a:latin typeface="Times New Roman" panose="02020603050405020304" pitchFamily="18" charset="0"/>
              <a:ea typeface="Calibri" panose="020F0502020204030204" pitchFamily="34" charset="0"/>
              <a:cs typeface="Arial" panose="020B0604020202020204" pitchFamily="34" charset="0"/>
            </a:endParaRPr>
          </a:p>
          <a:p>
            <a:pPr marL="0" indent="0">
              <a:lnSpc>
                <a:spcPct val="107000"/>
              </a:lnSpc>
              <a:spcAft>
                <a:spcPts val="800"/>
              </a:spcAft>
              <a:buNone/>
            </a:pPr>
            <a:endParaRPr lang="en-IN" sz="1800" dirty="0">
              <a:latin typeface="Times New Roman" panose="02020603050405020304" pitchFamily="18" charset="0"/>
              <a:ea typeface="Calibri" panose="020F0502020204030204" pitchFamily="34" charset="0"/>
              <a:cs typeface="Arial" panose="020B0604020202020204" pitchFamily="34" charset="0"/>
            </a:endParaRPr>
          </a:p>
          <a:p>
            <a:pPr marL="342900" indent="-342900">
              <a:lnSpc>
                <a:spcPct val="107000"/>
              </a:lnSpc>
              <a:spcAft>
                <a:spcPts val="800"/>
              </a:spcAft>
              <a:buFont typeface="Wingdings" panose="05000000000000000000" pitchFamily="2" charset="2"/>
              <a:buChar char=""/>
            </a:pPr>
            <a:endParaRPr lang="en-IN" sz="1800" dirty="0">
              <a:latin typeface="Calibri" panose="020F0502020204030204" pitchFamily="34" charset="0"/>
              <a:ea typeface="Calibri" panose="020F0502020204030204" pitchFamily="34" charset="0"/>
              <a:cs typeface="Arial" panose="020B0604020202020204" pitchFamily="34" charset="0"/>
            </a:endParaRPr>
          </a:p>
          <a:p>
            <a:endParaRPr lang="en-IN" sz="4000" dirty="0"/>
          </a:p>
        </p:txBody>
      </p:sp>
    </p:spTree>
    <p:extLst>
      <p:ext uri="{BB962C8B-B14F-4D97-AF65-F5344CB8AC3E}">
        <p14:creationId xmlns:p14="http://schemas.microsoft.com/office/powerpoint/2010/main" val="2445485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921DCB3-29B1-484B-BF9F-C75EEA70AC09}"/>
              </a:ext>
            </a:extLst>
          </p:cNvPr>
          <p:cNvSpPr>
            <a:spLocks noGrp="1"/>
          </p:cNvSpPr>
          <p:nvPr>
            <p:ph type="title"/>
          </p:nvPr>
        </p:nvSpPr>
        <p:spPr>
          <a:xfrm>
            <a:off x="905932" y="0"/>
            <a:ext cx="8238067" cy="1478570"/>
          </a:xfrm>
        </p:spPr>
        <p:txBody>
          <a:bodyPr>
            <a:normAutofit/>
          </a:bodyPr>
          <a:lstStyle/>
          <a:p>
            <a:pPr algn="ctr"/>
            <a:r>
              <a:rPr lang="en-IN" sz="5400" u="sng" dirty="0">
                <a:effectLst/>
                <a:latin typeface="Algerian" panose="04020705040A02060702" pitchFamily="82" charset="0"/>
                <a:ea typeface="Calibri" panose="020F0502020204030204" pitchFamily="34" charset="0"/>
                <a:cs typeface="Arial" panose="020B0604020202020204" pitchFamily="34" charset="0"/>
              </a:rPr>
              <a:t>PROJECT Details</a:t>
            </a:r>
            <a:endParaRPr lang="en-IN" sz="8000" dirty="0">
              <a:latin typeface="Algerian" panose="04020705040A02060702" pitchFamily="82" charset="0"/>
            </a:endParaRPr>
          </a:p>
        </p:txBody>
      </p:sp>
      <p:sp>
        <p:nvSpPr>
          <p:cNvPr id="8" name="Content Placeholder 2">
            <a:extLst>
              <a:ext uri="{FF2B5EF4-FFF2-40B4-BE49-F238E27FC236}">
                <a16:creationId xmlns:a16="http://schemas.microsoft.com/office/drawing/2014/main" id="{746838E4-3B96-4385-A9A0-B51315043B16}"/>
              </a:ext>
            </a:extLst>
          </p:cNvPr>
          <p:cNvSpPr txBox="1">
            <a:spLocks/>
          </p:cNvSpPr>
          <p:nvPr/>
        </p:nvSpPr>
        <p:spPr>
          <a:xfrm>
            <a:off x="1334125" y="1534650"/>
            <a:ext cx="7075357" cy="2961263"/>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7500" algn="l" rtl="0">
              <a:lnSpc>
                <a:spcPct val="100000"/>
              </a:lnSpc>
              <a:spcBef>
                <a:spcPts val="60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1pPr>
            <a:lvl2pPr marL="914400" marR="0" lvl="1"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2pPr>
            <a:lvl3pPr marL="1371600" marR="0" lvl="2"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3pPr>
            <a:lvl4pPr marL="1828800" marR="0" lvl="3"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4pPr>
            <a:lvl5pPr marL="2286000" marR="0" lvl="4"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5pPr>
            <a:lvl6pPr marL="2743200" marR="0" lvl="5"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6pPr>
            <a:lvl7pPr marL="3200400" marR="0" lvl="6"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7pPr>
            <a:lvl8pPr marL="3657600" marR="0" lvl="7"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8pPr>
            <a:lvl9pPr marL="4114800" marR="0" lvl="8"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9pPr>
          </a:lstStyle>
          <a:p>
            <a:pPr marL="342900" indent="-342900" algn="just">
              <a:lnSpc>
                <a:spcPct val="107000"/>
              </a:lnSpc>
              <a:buFont typeface="Wingdings" panose="05000000000000000000" pitchFamily="2" charset="2"/>
              <a:buChar char=""/>
            </a:pPr>
            <a:r>
              <a:rPr lang="en-IN" sz="1800" dirty="0">
                <a:latin typeface="Times New Roman" panose="02020603050405020304" pitchFamily="18" charset="0"/>
                <a:ea typeface="Calibri" panose="020F0502020204030204" pitchFamily="34" charset="0"/>
                <a:cs typeface="Arial" panose="020B0604020202020204" pitchFamily="34" charset="0"/>
              </a:rPr>
              <a:t>In “Smart City” project our team is just trying to manage different places of city with the help of some electronic devices, Information technology and IOT technology.</a:t>
            </a:r>
          </a:p>
          <a:p>
            <a:pPr marL="0" indent="0" algn="just">
              <a:lnSpc>
                <a:spcPct val="107000"/>
              </a:lnSpc>
              <a:buFont typeface="Muli"/>
              <a:buNone/>
            </a:pPr>
            <a:endParaRPr lang="en-IN" sz="1800" dirty="0">
              <a:latin typeface="Times New Roman" panose="02020603050405020304" pitchFamily="18" charset="0"/>
              <a:ea typeface="Calibri" panose="020F0502020204030204" pitchFamily="34" charset="0"/>
              <a:cs typeface="Arial" panose="020B0604020202020204" pitchFamily="34" charset="0"/>
            </a:endParaRPr>
          </a:p>
          <a:p>
            <a:pPr marL="342900" indent="-342900" algn="just">
              <a:lnSpc>
                <a:spcPct val="107000"/>
              </a:lnSpc>
              <a:buFont typeface="Wingdings" panose="05000000000000000000" pitchFamily="2" charset="2"/>
              <a:buChar char=""/>
            </a:pPr>
            <a:r>
              <a:rPr lang="en-IN" sz="1800" dirty="0">
                <a:latin typeface="Times New Roman" panose="02020603050405020304" pitchFamily="18" charset="0"/>
                <a:ea typeface="Calibri" panose="020F0502020204030204" pitchFamily="34" charset="0"/>
                <a:cs typeface="Arial" panose="020B0604020202020204" pitchFamily="34" charset="0"/>
              </a:rPr>
              <a:t>Modules of  Project:</a:t>
            </a:r>
          </a:p>
          <a:p>
            <a:pPr lvl="1" algn="just">
              <a:lnSpc>
                <a:spcPct val="107000"/>
              </a:lnSpc>
            </a:pPr>
            <a:r>
              <a:rPr lang="en-IN" sz="1800" dirty="0">
                <a:latin typeface="Times New Roman" panose="02020603050405020304" pitchFamily="18" charset="0"/>
                <a:ea typeface="Calibri" panose="020F0502020204030204" pitchFamily="34" charset="0"/>
                <a:cs typeface="Arial" panose="020B0604020202020204" pitchFamily="34" charset="0"/>
              </a:rPr>
              <a:t>Smart Waste </a:t>
            </a:r>
            <a:r>
              <a:rPr lang="en-IN" sz="1800" dirty="0">
                <a:latin typeface="Times New Roman" panose="02020603050405020304" pitchFamily="18" charset="0"/>
                <a:ea typeface="Calibri" panose="020F0502020204030204" pitchFamily="34" charset="0"/>
                <a:cs typeface="Times New Roman" panose="02020603050405020304" pitchFamily="18" charset="0"/>
              </a:rPr>
              <a:t>M</a:t>
            </a:r>
            <a:r>
              <a:rPr lang="en-IN" sz="1800" dirty="0">
                <a:latin typeface="Times New Roman" panose="02020603050405020304" pitchFamily="18" charset="0"/>
                <a:cs typeface="Times New Roman" panose="02020603050405020304" pitchFamily="18" charset="0"/>
              </a:rPr>
              <a:t>anagement</a:t>
            </a:r>
          </a:p>
          <a:p>
            <a:pPr lvl="1" algn="just">
              <a:lnSpc>
                <a:spcPct val="107000"/>
              </a:lnSpc>
            </a:pPr>
            <a:r>
              <a:rPr lang="en-IN" sz="1800" dirty="0">
                <a:latin typeface="Times New Roman" panose="02020603050405020304" pitchFamily="18" charset="0"/>
                <a:ea typeface="Calibri" panose="020F0502020204030204" pitchFamily="34" charset="0"/>
                <a:cs typeface="Arial" panose="020B0604020202020204" pitchFamily="34" charset="0"/>
              </a:rPr>
              <a:t>Automatic Street Light</a:t>
            </a:r>
          </a:p>
          <a:p>
            <a:pPr lvl="1" algn="just">
              <a:lnSpc>
                <a:spcPct val="107000"/>
              </a:lnSpc>
            </a:pPr>
            <a:r>
              <a:rPr lang="en-IN" sz="1800" dirty="0">
                <a:latin typeface="Times New Roman" panose="02020603050405020304" pitchFamily="18" charset="0"/>
                <a:ea typeface="Calibri" panose="020F0502020204030204" pitchFamily="34" charset="0"/>
                <a:cs typeface="Arial" panose="020B0604020202020204" pitchFamily="34" charset="0"/>
              </a:rPr>
              <a:t>Smart Parking System</a:t>
            </a:r>
          </a:p>
          <a:p>
            <a:pPr lvl="1" algn="just">
              <a:lnSpc>
                <a:spcPct val="107000"/>
              </a:lnSpc>
            </a:pPr>
            <a:r>
              <a:rPr lang="en-IN" sz="1800" dirty="0">
                <a:latin typeface="Times New Roman" panose="02020603050405020304" pitchFamily="18" charset="0"/>
                <a:ea typeface="Calibri" panose="020F0502020204030204" pitchFamily="34" charset="0"/>
                <a:cs typeface="Arial" panose="020B0604020202020204" pitchFamily="34" charset="0"/>
              </a:rPr>
              <a:t>Smart Water System</a:t>
            </a:r>
          </a:p>
          <a:p>
            <a:pPr lvl="1" algn="just">
              <a:lnSpc>
                <a:spcPct val="107000"/>
              </a:lnSpc>
            </a:pPr>
            <a:endParaRPr lang="en-IN" sz="1800" dirty="0">
              <a:latin typeface="Times New Roman" panose="02020603050405020304" pitchFamily="18" charset="0"/>
              <a:ea typeface="Calibri" panose="020F0502020204030204" pitchFamily="34" charset="0"/>
              <a:cs typeface="Arial" panose="020B0604020202020204" pitchFamily="34" charset="0"/>
            </a:endParaRPr>
          </a:p>
          <a:p>
            <a:pPr lvl="1" algn="just">
              <a:lnSpc>
                <a:spcPct val="107000"/>
              </a:lnSpc>
            </a:pPr>
            <a:endParaRPr lang="en-IN" sz="300" dirty="0">
              <a:latin typeface="Times New Roman" panose="02020603050405020304" pitchFamily="18" charset="0"/>
              <a:ea typeface="Calibri" panose="020F0502020204030204" pitchFamily="34" charset="0"/>
              <a:cs typeface="Arial" panose="020B0604020202020204" pitchFamily="34" charset="0"/>
            </a:endParaRPr>
          </a:p>
          <a:p>
            <a:pPr algn="just"/>
            <a:endParaRPr lang="en-IN" sz="4000" dirty="0"/>
          </a:p>
        </p:txBody>
      </p:sp>
    </p:spTree>
    <p:extLst>
      <p:ext uri="{BB962C8B-B14F-4D97-AF65-F5344CB8AC3E}">
        <p14:creationId xmlns:p14="http://schemas.microsoft.com/office/powerpoint/2010/main" val="2020480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2"/>
          <p:cNvSpPr txBox="1">
            <a:spLocks noGrp="1"/>
          </p:cNvSpPr>
          <p:nvPr>
            <p:ph type="title"/>
          </p:nvPr>
        </p:nvSpPr>
        <p:spPr>
          <a:xfrm>
            <a:off x="2558192" y="113426"/>
            <a:ext cx="6292713" cy="82790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800" u="sng" dirty="0">
                <a:latin typeface="Algerian" panose="04020705040A02060702" pitchFamily="82" charset="0"/>
                <a:cs typeface="Times New Roman" panose="02020603050405020304" pitchFamily="18" charset="0"/>
              </a:rPr>
              <a:t>How It Works?</a:t>
            </a:r>
            <a:endParaRPr sz="4800" u="sng" dirty="0">
              <a:latin typeface="Algerian" panose="04020705040A02060702" pitchFamily="82" charset="0"/>
              <a:cs typeface="Times New Roman" panose="02020603050405020304" pitchFamily="18" charset="0"/>
            </a:endParaRPr>
          </a:p>
        </p:txBody>
      </p:sp>
      <p:grpSp>
        <p:nvGrpSpPr>
          <p:cNvPr id="14" name="Group 13">
            <a:extLst>
              <a:ext uri="{FF2B5EF4-FFF2-40B4-BE49-F238E27FC236}">
                <a16:creationId xmlns:a16="http://schemas.microsoft.com/office/drawing/2014/main" id="{18490B35-8099-4DFB-A177-480C2F793231}"/>
              </a:ext>
            </a:extLst>
          </p:cNvPr>
          <p:cNvGrpSpPr/>
          <p:nvPr/>
        </p:nvGrpSpPr>
        <p:grpSpPr>
          <a:xfrm>
            <a:off x="1343339" y="1192168"/>
            <a:ext cx="2027561" cy="1989496"/>
            <a:chOff x="1542637" y="1229160"/>
            <a:chExt cx="2353456" cy="2353456"/>
          </a:xfrm>
        </p:grpSpPr>
        <p:sp>
          <p:nvSpPr>
            <p:cNvPr id="11" name="Oval 10">
              <a:extLst>
                <a:ext uri="{FF2B5EF4-FFF2-40B4-BE49-F238E27FC236}">
                  <a16:creationId xmlns:a16="http://schemas.microsoft.com/office/drawing/2014/main" id="{CEE6C1C8-230D-4D58-A37C-3A86D9F92E89}"/>
                </a:ext>
              </a:extLst>
            </p:cNvPr>
            <p:cNvSpPr/>
            <p:nvPr/>
          </p:nvSpPr>
          <p:spPr>
            <a:xfrm>
              <a:off x="1542637" y="1229160"/>
              <a:ext cx="2353456" cy="2353456"/>
            </a:xfrm>
            <a:prstGeom prst="ellipse">
              <a:avLst/>
            </a:prstGeom>
            <a:solidFill>
              <a:schemeClr val="accent1">
                <a:lumMod val="20000"/>
                <a:lumOff val="8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Environment</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pic>
          <p:nvPicPr>
            <p:cNvPr id="8" name="Picture 7">
              <a:extLst>
                <a:ext uri="{FF2B5EF4-FFF2-40B4-BE49-F238E27FC236}">
                  <a16:creationId xmlns:a16="http://schemas.microsoft.com/office/drawing/2014/main" id="{B28829B8-402E-4A16-9217-37ADEE91661B}"/>
                </a:ext>
              </a:extLst>
            </p:cNvPr>
            <p:cNvPicPr>
              <a:picLocks noChangeAspect="1"/>
            </p:cNvPicPr>
            <p:nvPr/>
          </p:nvPicPr>
          <p:blipFill>
            <a:blip r:embed="rId3"/>
            <a:stretch>
              <a:fillRect/>
            </a:stretch>
          </p:blipFill>
          <p:spPr>
            <a:xfrm>
              <a:off x="1976003" y="1790669"/>
              <a:ext cx="1486724" cy="1251978"/>
            </a:xfrm>
            <a:prstGeom prst="rect">
              <a:avLst/>
            </a:prstGeom>
          </p:spPr>
        </p:pic>
      </p:grpSp>
      <p:pic>
        <p:nvPicPr>
          <p:cNvPr id="22" name="Picture 21">
            <a:extLst>
              <a:ext uri="{FF2B5EF4-FFF2-40B4-BE49-F238E27FC236}">
                <a16:creationId xmlns:a16="http://schemas.microsoft.com/office/drawing/2014/main" id="{3C61F399-AC80-444B-A68E-0B341D4AD612}"/>
              </a:ext>
            </a:extLst>
          </p:cNvPr>
          <p:cNvPicPr>
            <a:picLocks noChangeAspect="1"/>
          </p:cNvPicPr>
          <p:nvPr/>
        </p:nvPicPr>
        <p:blipFill>
          <a:blip r:embed="rId4"/>
          <a:stretch>
            <a:fillRect/>
          </a:stretch>
        </p:blipFill>
        <p:spPr>
          <a:xfrm>
            <a:off x="4366834" y="1318120"/>
            <a:ext cx="2066482" cy="1592589"/>
          </a:xfrm>
          <a:prstGeom prst="rect">
            <a:avLst/>
          </a:prstGeom>
          <a:ln w="19050">
            <a:solidFill>
              <a:schemeClr val="accent1">
                <a:lumMod val="75000"/>
              </a:schemeClr>
            </a:solidFill>
          </a:ln>
        </p:spPr>
      </p:pic>
      <p:pic>
        <p:nvPicPr>
          <p:cNvPr id="24" name="Picture 23">
            <a:extLst>
              <a:ext uri="{FF2B5EF4-FFF2-40B4-BE49-F238E27FC236}">
                <a16:creationId xmlns:a16="http://schemas.microsoft.com/office/drawing/2014/main" id="{F79AA2A9-5A7E-4B0E-B3AE-912A8D6F80A9}"/>
              </a:ext>
            </a:extLst>
          </p:cNvPr>
          <p:cNvPicPr>
            <a:picLocks noChangeAspect="1"/>
          </p:cNvPicPr>
          <p:nvPr/>
        </p:nvPicPr>
        <p:blipFill>
          <a:blip r:embed="rId5"/>
          <a:stretch>
            <a:fillRect/>
          </a:stretch>
        </p:blipFill>
        <p:spPr>
          <a:xfrm>
            <a:off x="7433031" y="1445775"/>
            <a:ext cx="1226645" cy="1195721"/>
          </a:xfrm>
          <a:prstGeom prst="rect">
            <a:avLst/>
          </a:prstGeom>
          <a:ln w="19050">
            <a:solidFill>
              <a:schemeClr val="accent1">
                <a:lumMod val="75000"/>
              </a:schemeClr>
            </a:solidFill>
          </a:ln>
        </p:spPr>
      </p:pic>
      <p:pic>
        <p:nvPicPr>
          <p:cNvPr id="26" name="Picture 25">
            <a:extLst>
              <a:ext uri="{FF2B5EF4-FFF2-40B4-BE49-F238E27FC236}">
                <a16:creationId xmlns:a16="http://schemas.microsoft.com/office/drawing/2014/main" id="{20C1BC56-983E-4BD2-A8E6-34954734BA95}"/>
              </a:ext>
            </a:extLst>
          </p:cNvPr>
          <p:cNvPicPr>
            <a:picLocks noChangeAspect="1"/>
          </p:cNvPicPr>
          <p:nvPr/>
        </p:nvPicPr>
        <p:blipFill>
          <a:blip r:embed="rId6"/>
          <a:stretch>
            <a:fillRect/>
          </a:stretch>
        </p:blipFill>
        <p:spPr>
          <a:xfrm>
            <a:off x="4749816" y="3368550"/>
            <a:ext cx="1420776" cy="1481702"/>
          </a:xfrm>
          <a:prstGeom prst="rect">
            <a:avLst/>
          </a:prstGeom>
          <a:ln w="19050">
            <a:solidFill>
              <a:schemeClr val="accent1">
                <a:lumMod val="75000"/>
              </a:schemeClr>
            </a:solidFill>
          </a:ln>
        </p:spPr>
      </p:pic>
      <p:pic>
        <p:nvPicPr>
          <p:cNvPr id="28" name="Picture 27">
            <a:extLst>
              <a:ext uri="{FF2B5EF4-FFF2-40B4-BE49-F238E27FC236}">
                <a16:creationId xmlns:a16="http://schemas.microsoft.com/office/drawing/2014/main" id="{25BAA734-E834-43CE-97F2-5D2B42682E42}"/>
              </a:ext>
            </a:extLst>
          </p:cNvPr>
          <p:cNvPicPr>
            <a:picLocks noChangeAspect="1"/>
          </p:cNvPicPr>
          <p:nvPr/>
        </p:nvPicPr>
        <p:blipFill>
          <a:blip r:embed="rId7"/>
          <a:stretch>
            <a:fillRect/>
          </a:stretch>
        </p:blipFill>
        <p:spPr>
          <a:xfrm>
            <a:off x="7238900" y="3238513"/>
            <a:ext cx="1242811" cy="1378457"/>
          </a:xfrm>
          <a:prstGeom prst="rect">
            <a:avLst/>
          </a:prstGeom>
          <a:ln w="19050">
            <a:solidFill>
              <a:schemeClr val="accent1">
                <a:lumMod val="75000"/>
              </a:schemeClr>
            </a:solidFill>
          </a:ln>
        </p:spPr>
      </p:pic>
      <p:sp>
        <p:nvSpPr>
          <p:cNvPr id="33" name="Arrow: Right 32">
            <a:extLst>
              <a:ext uri="{FF2B5EF4-FFF2-40B4-BE49-F238E27FC236}">
                <a16:creationId xmlns:a16="http://schemas.microsoft.com/office/drawing/2014/main" id="{A285DC55-AB03-4496-A6D1-1E1F7E13889D}"/>
              </a:ext>
            </a:extLst>
          </p:cNvPr>
          <p:cNvSpPr/>
          <p:nvPr/>
        </p:nvSpPr>
        <p:spPr>
          <a:xfrm>
            <a:off x="3414471" y="2043636"/>
            <a:ext cx="908792" cy="265258"/>
          </a:xfrm>
          <a:prstGeom prst="rightArrow">
            <a:avLst/>
          </a:prstGeom>
          <a:solidFill>
            <a:srgbClr val="19BBD5"/>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19BBD5"/>
              </a:solidFill>
            </a:endParaRPr>
          </a:p>
        </p:txBody>
      </p:sp>
      <p:sp>
        <p:nvSpPr>
          <p:cNvPr id="37" name="Arrow: Right 36">
            <a:extLst>
              <a:ext uri="{FF2B5EF4-FFF2-40B4-BE49-F238E27FC236}">
                <a16:creationId xmlns:a16="http://schemas.microsoft.com/office/drawing/2014/main" id="{567F87C1-1706-4A3F-A135-C68F94795557}"/>
              </a:ext>
            </a:extLst>
          </p:cNvPr>
          <p:cNvSpPr/>
          <p:nvPr/>
        </p:nvSpPr>
        <p:spPr>
          <a:xfrm>
            <a:off x="6476887" y="1803336"/>
            <a:ext cx="908792" cy="265258"/>
          </a:xfrm>
          <a:prstGeom prst="rightArrow">
            <a:avLst/>
          </a:prstGeom>
          <a:solidFill>
            <a:srgbClr val="19BBD5"/>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Arrow: Right 37">
            <a:extLst>
              <a:ext uri="{FF2B5EF4-FFF2-40B4-BE49-F238E27FC236}">
                <a16:creationId xmlns:a16="http://schemas.microsoft.com/office/drawing/2014/main" id="{64B5E22D-39B0-4243-A01B-FA0DE1724BAD}"/>
              </a:ext>
            </a:extLst>
          </p:cNvPr>
          <p:cNvSpPr/>
          <p:nvPr/>
        </p:nvSpPr>
        <p:spPr>
          <a:xfrm rot="5400000">
            <a:off x="5116462" y="3021128"/>
            <a:ext cx="378593" cy="212717"/>
          </a:xfrm>
          <a:prstGeom prst="rightArrow">
            <a:avLst/>
          </a:prstGeom>
          <a:solidFill>
            <a:srgbClr val="19BBD5"/>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9" name="Arrow: Right 38">
            <a:extLst>
              <a:ext uri="{FF2B5EF4-FFF2-40B4-BE49-F238E27FC236}">
                <a16:creationId xmlns:a16="http://schemas.microsoft.com/office/drawing/2014/main" id="{DE56AC16-9D62-4A6A-A13C-DD72580DF62A}"/>
              </a:ext>
            </a:extLst>
          </p:cNvPr>
          <p:cNvSpPr/>
          <p:nvPr/>
        </p:nvSpPr>
        <p:spPr>
          <a:xfrm rot="16200000">
            <a:off x="5456237" y="3016133"/>
            <a:ext cx="378593" cy="212717"/>
          </a:xfrm>
          <a:prstGeom prst="rightArrow">
            <a:avLst/>
          </a:prstGeom>
          <a:solidFill>
            <a:srgbClr val="19BBD5"/>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Arrow: Right 39">
            <a:extLst>
              <a:ext uri="{FF2B5EF4-FFF2-40B4-BE49-F238E27FC236}">
                <a16:creationId xmlns:a16="http://schemas.microsoft.com/office/drawing/2014/main" id="{C9E09928-3B7C-41B8-B492-E9BB809D9ABF}"/>
              </a:ext>
            </a:extLst>
          </p:cNvPr>
          <p:cNvSpPr/>
          <p:nvPr/>
        </p:nvSpPr>
        <p:spPr>
          <a:xfrm>
            <a:off x="6209782" y="3856544"/>
            <a:ext cx="935817" cy="265258"/>
          </a:xfrm>
          <a:prstGeom prst="rightArrow">
            <a:avLst/>
          </a:prstGeom>
          <a:solidFill>
            <a:srgbClr val="19BBD5"/>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1" name="Arrow: Right 40">
            <a:extLst>
              <a:ext uri="{FF2B5EF4-FFF2-40B4-BE49-F238E27FC236}">
                <a16:creationId xmlns:a16="http://schemas.microsoft.com/office/drawing/2014/main" id="{2C7B8702-66F2-44D8-BAD9-8B3DAE15133A}"/>
              </a:ext>
            </a:extLst>
          </p:cNvPr>
          <p:cNvSpPr/>
          <p:nvPr/>
        </p:nvSpPr>
        <p:spPr>
          <a:xfrm rot="10800000">
            <a:off x="3166229" y="3855626"/>
            <a:ext cx="1544397" cy="341620"/>
          </a:xfrm>
          <a:prstGeom prst="rightArrow">
            <a:avLst/>
          </a:prstGeom>
          <a:solidFill>
            <a:srgbClr val="19BBD5"/>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Flowchart: Connector 34">
            <a:extLst>
              <a:ext uri="{FF2B5EF4-FFF2-40B4-BE49-F238E27FC236}">
                <a16:creationId xmlns:a16="http://schemas.microsoft.com/office/drawing/2014/main" id="{B0E36A49-590A-4F97-B0B2-06475670DC0C}"/>
              </a:ext>
            </a:extLst>
          </p:cNvPr>
          <p:cNvSpPr/>
          <p:nvPr/>
        </p:nvSpPr>
        <p:spPr>
          <a:xfrm>
            <a:off x="1484027" y="1263108"/>
            <a:ext cx="314793" cy="332792"/>
          </a:xfrm>
          <a:prstGeom prst="flowChartConnector">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pic>
        <p:nvPicPr>
          <p:cNvPr id="42" name="Picture 41">
            <a:extLst>
              <a:ext uri="{FF2B5EF4-FFF2-40B4-BE49-F238E27FC236}">
                <a16:creationId xmlns:a16="http://schemas.microsoft.com/office/drawing/2014/main" id="{3CEC9FA2-FC8E-4649-9FF4-88F7EB425CD9}"/>
              </a:ext>
            </a:extLst>
          </p:cNvPr>
          <p:cNvPicPr>
            <a:picLocks noChangeAspect="1"/>
          </p:cNvPicPr>
          <p:nvPr/>
        </p:nvPicPr>
        <p:blipFill>
          <a:blip r:embed="rId8"/>
          <a:stretch>
            <a:fillRect/>
          </a:stretch>
        </p:blipFill>
        <p:spPr>
          <a:xfrm>
            <a:off x="1998401" y="3446528"/>
            <a:ext cx="1119583" cy="1501436"/>
          </a:xfrm>
          <a:prstGeom prst="rect">
            <a:avLst/>
          </a:prstGeom>
          <a:ln w="19050">
            <a:solidFill>
              <a:schemeClr val="accent1">
                <a:lumMod val="75000"/>
              </a:schemeClr>
            </a:solidFill>
          </a:ln>
        </p:spPr>
      </p:pic>
      <p:sp>
        <p:nvSpPr>
          <p:cNvPr id="46" name="Flowchart: Connector 45">
            <a:extLst>
              <a:ext uri="{FF2B5EF4-FFF2-40B4-BE49-F238E27FC236}">
                <a16:creationId xmlns:a16="http://schemas.microsoft.com/office/drawing/2014/main" id="{80E55E74-C56C-4095-A83F-0E906E8DA099}"/>
              </a:ext>
            </a:extLst>
          </p:cNvPr>
          <p:cNvSpPr/>
          <p:nvPr/>
        </p:nvSpPr>
        <p:spPr>
          <a:xfrm>
            <a:off x="7070886" y="3122491"/>
            <a:ext cx="314793" cy="332792"/>
          </a:xfrm>
          <a:prstGeom prst="flowChartConnector">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47" name="Flowchart: Connector 46">
            <a:extLst>
              <a:ext uri="{FF2B5EF4-FFF2-40B4-BE49-F238E27FC236}">
                <a16:creationId xmlns:a16="http://schemas.microsoft.com/office/drawing/2014/main" id="{D7B46CCB-B678-4FBA-B720-944E113AC639}"/>
              </a:ext>
            </a:extLst>
          </p:cNvPr>
          <p:cNvSpPr/>
          <p:nvPr/>
        </p:nvSpPr>
        <p:spPr>
          <a:xfrm>
            <a:off x="1841004" y="3306763"/>
            <a:ext cx="314793" cy="332792"/>
          </a:xfrm>
          <a:prstGeom prst="flowChartConnector">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48" name="Flowchart: Connector 47">
            <a:extLst>
              <a:ext uri="{FF2B5EF4-FFF2-40B4-BE49-F238E27FC236}">
                <a16:creationId xmlns:a16="http://schemas.microsoft.com/office/drawing/2014/main" id="{35487188-323A-462E-A732-362831F7F28C}"/>
              </a:ext>
            </a:extLst>
          </p:cNvPr>
          <p:cNvSpPr/>
          <p:nvPr/>
        </p:nvSpPr>
        <p:spPr>
          <a:xfrm>
            <a:off x="4640539" y="3251879"/>
            <a:ext cx="314793" cy="332792"/>
          </a:xfrm>
          <a:prstGeom prst="flowChartConnector">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4</a:t>
            </a:r>
          </a:p>
        </p:txBody>
      </p:sp>
      <p:sp>
        <p:nvSpPr>
          <p:cNvPr id="49" name="Flowchart: Connector 48">
            <a:extLst>
              <a:ext uri="{FF2B5EF4-FFF2-40B4-BE49-F238E27FC236}">
                <a16:creationId xmlns:a16="http://schemas.microsoft.com/office/drawing/2014/main" id="{DFA99F73-4057-4257-A7BA-E1AF8F6F7400}"/>
              </a:ext>
            </a:extLst>
          </p:cNvPr>
          <p:cNvSpPr/>
          <p:nvPr/>
        </p:nvSpPr>
        <p:spPr>
          <a:xfrm>
            <a:off x="7271853" y="1303606"/>
            <a:ext cx="314793" cy="332792"/>
          </a:xfrm>
          <a:prstGeom prst="flowChartConnector">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50" name="Flowchart: Connector 49">
            <a:extLst>
              <a:ext uri="{FF2B5EF4-FFF2-40B4-BE49-F238E27FC236}">
                <a16:creationId xmlns:a16="http://schemas.microsoft.com/office/drawing/2014/main" id="{5214C46E-A628-4BC4-8611-E38FFD95E020}"/>
              </a:ext>
            </a:extLst>
          </p:cNvPr>
          <p:cNvSpPr/>
          <p:nvPr/>
        </p:nvSpPr>
        <p:spPr>
          <a:xfrm>
            <a:off x="4246913" y="1167323"/>
            <a:ext cx="314793" cy="332792"/>
          </a:xfrm>
          <a:prstGeom prst="flowChartConnector">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spTree>
    <p:extLst>
      <p:ext uri="{BB962C8B-B14F-4D97-AF65-F5344CB8AC3E}">
        <p14:creationId xmlns:p14="http://schemas.microsoft.com/office/powerpoint/2010/main" val="3645287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D03CAC1-3418-407F-A2CF-61270C91B054}"/>
              </a:ext>
            </a:extLst>
          </p:cNvPr>
          <p:cNvSpPr>
            <a:spLocks noGrp="1"/>
          </p:cNvSpPr>
          <p:nvPr>
            <p:ph type="title"/>
          </p:nvPr>
        </p:nvSpPr>
        <p:spPr>
          <a:xfrm>
            <a:off x="1180795" y="1004814"/>
            <a:ext cx="7670800" cy="1012302"/>
          </a:xfrm>
        </p:spPr>
        <p:txBody>
          <a:bodyPr>
            <a:normAutofit fontScale="90000"/>
          </a:bodyPr>
          <a:lstStyle/>
          <a:p>
            <a:pPr algn="ctr"/>
            <a:r>
              <a:rPr lang="en-IN" sz="5400" u="sng" dirty="0">
                <a:effectLst/>
                <a:latin typeface="Algerian" panose="04020705040A02060702" pitchFamily="82" charset="0"/>
                <a:ea typeface="Calibri" panose="020F0502020204030204" pitchFamily="34" charset="0"/>
                <a:cs typeface="Arial" panose="020B0604020202020204" pitchFamily="34" charset="0"/>
              </a:rPr>
              <a:t>SIMILAR PROJECTS</a:t>
            </a:r>
            <a:br>
              <a:rPr lang="en-IN" sz="5400" u="sng" dirty="0">
                <a:effectLst/>
                <a:latin typeface="Algerian" panose="04020705040A02060702" pitchFamily="82" charset="0"/>
                <a:ea typeface="Calibri" panose="020F0502020204030204" pitchFamily="34" charset="0"/>
                <a:cs typeface="Arial" panose="020B0604020202020204" pitchFamily="34" charset="0"/>
              </a:rPr>
            </a:br>
            <a:r>
              <a:rPr lang="en-IN" sz="2000" u="sng" dirty="0">
                <a:effectLst/>
                <a:latin typeface="Algerian" panose="04020705040A02060702" pitchFamily="82" charset="0"/>
                <a:ea typeface="Calibri" panose="020F0502020204030204" pitchFamily="34" charset="0"/>
                <a:cs typeface="Arial" panose="020B0604020202020204" pitchFamily="34" charset="0"/>
              </a:rPr>
              <a:t>AND</a:t>
            </a:r>
            <a:br>
              <a:rPr lang="en-IN" sz="5400" u="sng" dirty="0">
                <a:effectLst/>
                <a:latin typeface="Algerian" panose="04020705040A02060702" pitchFamily="82" charset="0"/>
                <a:ea typeface="Calibri" panose="020F0502020204030204" pitchFamily="34" charset="0"/>
                <a:cs typeface="Arial" panose="020B0604020202020204" pitchFamily="34" charset="0"/>
              </a:rPr>
            </a:br>
            <a:r>
              <a:rPr lang="en-IN" sz="2700" u="sng" dirty="0">
                <a:effectLst/>
                <a:latin typeface="Algerian" panose="04020705040A02060702" pitchFamily="82" charset="0"/>
                <a:ea typeface="Calibri" panose="020F0502020204030204" pitchFamily="34" charset="0"/>
                <a:cs typeface="Arial" panose="020B0604020202020204" pitchFamily="34" charset="0"/>
              </a:rPr>
              <a:t>THEIR LIMITATION</a:t>
            </a:r>
            <a:endParaRPr lang="en-IN" sz="4400" dirty="0">
              <a:latin typeface="Algerian" panose="04020705040A02060702" pitchFamily="82" charset="0"/>
            </a:endParaRPr>
          </a:p>
        </p:txBody>
      </p:sp>
      <p:sp>
        <p:nvSpPr>
          <p:cNvPr id="8" name="Content Placeholder 2">
            <a:extLst>
              <a:ext uri="{FF2B5EF4-FFF2-40B4-BE49-F238E27FC236}">
                <a16:creationId xmlns:a16="http://schemas.microsoft.com/office/drawing/2014/main" id="{3CBDF9A8-8ED9-4CA4-9B40-176E60184A55}"/>
              </a:ext>
            </a:extLst>
          </p:cNvPr>
          <p:cNvSpPr txBox="1">
            <a:spLocks/>
          </p:cNvSpPr>
          <p:nvPr/>
        </p:nvSpPr>
        <p:spPr>
          <a:xfrm>
            <a:off x="2731868" y="1905234"/>
            <a:ext cx="5041060" cy="244230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7500" algn="l" rtl="0">
              <a:lnSpc>
                <a:spcPct val="100000"/>
              </a:lnSpc>
              <a:spcBef>
                <a:spcPts val="60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1pPr>
            <a:lvl2pPr marL="914400" marR="0" lvl="1"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2pPr>
            <a:lvl3pPr marL="1371600" marR="0" lvl="2"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3pPr>
            <a:lvl4pPr marL="1828800" marR="0" lvl="3"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4pPr>
            <a:lvl5pPr marL="2286000" marR="0" lvl="4"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5pPr>
            <a:lvl6pPr marL="2743200" marR="0" lvl="5"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6pPr>
            <a:lvl7pPr marL="3200400" marR="0" lvl="6"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7pPr>
            <a:lvl8pPr marL="3657600" marR="0" lvl="7"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8pPr>
            <a:lvl9pPr marL="4114800" marR="0" lvl="8"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9pPr>
          </a:lstStyle>
          <a:p>
            <a:pPr marL="342900" indent="-342900" algn="just">
              <a:lnSpc>
                <a:spcPct val="150000"/>
              </a:lnSpc>
              <a:buFont typeface="Wingdings" panose="05000000000000000000" pitchFamily="2" charset="2"/>
              <a:buChar char=""/>
            </a:pPr>
            <a:r>
              <a:rPr lang="en-IN" sz="1800" dirty="0">
                <a:latin typeface="Times New Roman" panose="02020603050405020304" pitchFamily="18" charset="0"/>
                <a:ea typeface="Calibri" panose="020F0502020204030204" pitchFamily="34" charset="0"/>
                <a:cs typeface="Arial" panose="020B0604020202020204" pitchFamily="34" charset="0"/>
              </a:rPr>
              <a:t>Poor automation in Parking System</a:t>
            </a:r>
          </a:p>
          <a:p>
            <a:pPr marL="342900" indent="-342900" algn="just">
              <a:lnSpc>
                <a:spcPct val="150000"/>
              </a:lnSpc>
              <a:buFont typeface="Wingdings" panose="05000000000000000000" pitchFamily="2" charset="2"/>
              <a:buChar char=""/>
            </a:pPr>
            <a:r>
              <a:rPr lang="en-IN" sz="1800" dirty="0">
                <a:latin typeface="Times New Roman" panose="02020603050405020304" pitchFamily="18" charset="0"/>
                <a:ea typeface="Calibri" panose="020F0502020204030204" pitchFamily="34" charset="0"/>
                <a:cs typeface="Arial" panose="020B0604020202020204" pitchFamily="34" charset="0"/>
              </a:rPr>
              <a:t>Zero automation in Waste System</a:t>
            </a:r>
            <a:endParaRPr lang="en-IN" sz="1800" dirty="0">
              <a:latin typeface="Calibri" panose="020F0502020204030204" pitchFamily="34" charset="0"/>
              <a:ea typeface="Calibri" panose="020F0502020204030204" pitchFamily="34" charset="0"/>
              <a:cs typeface="Arial" panose="020B0604020202020204" pitchFamily="34" charset="0"/>
            </a:endParaRPr>
          </a:p>
          <a:p>
            <a:pPr marL="342900" indent="-342900" algn="just">
              <a:lnSpc>
                <a:spcPct val="150000"/>
              </a:lnSpc>
              <a:buFont typeface="Wingdings" panose="05000000000000000000" pitchFamily="2" charset="2"/>
              <a:buChar char=""/>
            </a:pPr>
            <a:r>
              <a:rPr lang="en-IN" sz="1800" dirty="0">
                <a:latin typeface="Times New Roman" panose="02020603050405020304" pitchFamily="18" charset="0"/>
                <a:ea typeface="Calibri" panose="020F0502020204030204" pitchFamily="34" charset="0"/>
                <a:cs typeface="Arial" panose="020B0604020202020204" pitchFamily="34" charset="0"/>
              </a:rPr>
              <a:t>Physical management of Street Light</a:t>
            </a:r>
          </a:p>
          <a:p>
            <a:pPr marL="342900" indent="-342900" algn="just">
              <a:lnSpc>
                <a:spcPct val="150000"/>
              </a:lnSpc>
              <a:buFont typeface="Wingdings" panose="05000000000000000000" pitchFamily="2" charset="2"/>
              <a:buChar char=""/>
            </a:pPr>
            <a:r>
              <a:rPr lang="en-IN" sz="1800" dirty="0">
                <a:latin typeface="Times New Roman" panose="02020603050405020304" pitchFamily="18" charset="0"/>
                <a:ea typeface="Calibri" panose="020F0502020204030204" pitchFamily="34" charset="0"/>
              </a:rPr>
              <a:t>Manual Municipal Water Supply system</a:t>
            </a:r>
            <a:endParaRPr lang="en-IN" sz="4000" dirty="0"/>
          </a:p>
          <a:p>
            <a:pPr marL="0" indent="0" algn="just">
              <a:spcAft>
                <a:spcPts val="800"/>
              </a:spcAft>
              <a:buFont typeface="Muli"/>
              <a:buNone/>
            </a:pPr>
            <a:endParaRPr lang="en-IN" sz="18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88150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93722B-C961-4E0C-AB59-39AB076954BA}"/>
              </a:ext>
            </a:extLst>
          </p:cNvPr>
          <p:cNvSpPr>
            <a:spLocks noGrp="1"/>
          </p:cNvSpPr>
          <p:nvPr>
            <p:ph type="title"/>
          </p:nvPr>
        </p:nvSpPr>
        <p:spPr>
          <a:xfrm>
            <a:off x="0" y="56618"/>
            <a:ext cx="9143999" cy="1389670"/>
          </a:xfrm>
        </p:spPr>
        <p:txBody>
          <a:bodyPr>
            <a:normAutofit/>
          </a:bodyPr>
          <a:lstStyle/>
          <a:p>
            <a:pPr algn="ctr"/>
            <a:r>
              <a:rPr lang="en-IN" sz="5400" u="sng" dirty="0">
                <a:effectLst/>
                <a:latin typeface="Algerian" panose="04020705040A02060702" pitchFamily="82" charset="0"/>
                <a:ea typeface="Calibri" panose="020F0502020204030204" pitchFamily="34" charset="0"/>
                <a:cs typeface="Arial" panose="020B0604020202020204" pitchFamily="34" charset="0"/>
              </a:rPr>
              <a:t>Our services</a:t>
            </a:r>
            <a:endParaRPr lang="en-IN" sz="8800" dirty="0">
              <a:latin typeface="Algerian" panose="04020705040A02060702" pitchFamily="82" charset="0"/>
            </a:endParaRPr>
          </a:p>
        </p:txBody>
      </p:sp>
      <p:sp>
        <p:nvSpPr>
          <p:cNvPr id="4" name="Google Shape;343;p12">
            <a:extLst>
              <a:ext uri="{FF2B5EF4-FFF2-40B4-BE49-F238E27FC236}">
                <a16:creationId xmlns:a16="http://schemas.microsoft.com/office/drawing/2014/main" id="{3732AE88-7C3F-4C93-AEAD-6F56D3FA5876}"/>
              </a:ext>
            </a:extLst>
          </p:cNvPr>
          <p:cNvSpPr txBox="1"/>
          <p:nvPr/>
        </p:nvSpPr>
        <p:spPr>
          <a:xfrm>
            <a:off x="2300990" y="1618939"/>
            <a:ext cx="6619920" cy="31732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2" algn="just">
              <a:spcBef>
                <a:spcPts val="600"/>
              </a:spcBef>
              <a:buClr>
                <a:schemeClr val="dk1"/>
              </a:buClr>
              <a:buSzPts val="1100"/>
            </a:pPr>
            <a:r>
              <a:rPr lang="en-US" sz="1800" dirty="0">
                <a:solidFill>
                  <a:srgbClr val="C6DAEC"/>
                </a:solidFill>
                <a:latin typeface="Times New Roman" panose="02020603050405020304" pitchFamily="18" charset="0"/>
                <a:ea typeface="Muli"/>
                <a:cs typeface="Times New Roman" panose="02020603050405020304" pitchFamily="18" charset="0"/>
                <a:sym typeface="Muli"/>
              </a:rPr>
              <a:t>Smart City Project provide following services </a:t>
            </a:r>
          </a:p>
          <a:p>
            <a:pPr marL="285750" lvl="6"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Smart Waste Management</a:t>
            </a:r>
          </a:p>
          <a:p>
            <a:pPr marL="285750" lvl="6"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Automatic Street Light </a:t>
            </a:r>
          </a:p>
          <a:p>
            <a:pPr marL="285750" lvl="6"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Smart Parking System </a:t>
            </a:r>
          </a:p>
          <a:p>
            <a:pPr marL="285750" lvl="6"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Smart Water System</a:t>
            </a:r>
          </a:p>
          <a:p>
            <a:pPr lvl="4" algn="just">
              <a:spcBef>
                <a:spcPts val="600"/>
              </a:spcBef>
              <a:buClr>
                <a:schemeClr val="dk1"/>
              </a:buClr>
              <a:buSzPts val="1100"/>
            </a:pPr>
            <a:endParaRPr lang="en-US" sz="1800" dirty="0">
              <a:solidFill>
                <a:srgbClr val="C6DAEC"/>
              </a:solidFill>
              <a:latin typeface="Times New Roman" panose="02020603050405020304" pitchFamily="18" charset="0"/>
              <a:ea typeface="Muli"/>
              <a:cs typeface="Times New Roman" panose="02020603050405020304" pitchFamily="18" charset="0"/>
              <a:sym typeface="Muli"/>
            </a:endParaRPr>
          </a:p>
        </p:txBody>
      </p:sp>
      <p:sp>
        <p:nvSpPr>
          <p:cNvPr id="5" name="Google Shape;343;p12">
            <a:extLst>
              <a:ext uri="{FF2B5EF4-FFF2-40B4-BE49-F238E27FC236}">
                <a16:creationId xmlns:a16="http://schemas.microsoft.com/office/drawing/2014/main" id="{6CC89809-C22D-496E-8851-524ACDC663C1}"/>
              </a:ext>
            </a:extLst>
          </p:cNvPr>
          <p:cNvSpPr txBox="1"/>
          <p:nvPr/>
        </p:nvSpPr>
        <p:spPr>
          <a:xfrm>
            <a:off x="631625" y="3793066"/>
            <a:ext cx="8080767" cy="8231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4" algn="just">
              <a:spcBef>
                <a:spcPts val="600"/>
              </a:spcBef>
              <a:buClr>
                <a:schemeClr val="dk1"/>
              </a:buClr>
              <a:buSzPts val="1100"/>
            </a:pPr>
            <a:r>
              <a:rPr lang="en-US" sz="1800" dirty="0">
                <a:solidFill>
                  <a:srgbClr val="C6DAEC"/>
                </a:solidFill>
                <a:latin typeface="Times New Roman" panose="02020603050405020304" pitchFamily="18" charset="0"/>
                <a:ea typeface="Muli"/>
                <a:cs typeface="Times New Roman" panose="02020603050405020304" pitchFamily="18" charset="0"/>
                <a:sym typeface="Muli"/>
              </a:rPr>
              <a:t>Smart city Project will also provide Mobile Application and Website to the  users of city to make them allow to observe the environment around them.</a:t>
            </a:r>
          </a:p>
          <a:p>
            <a:pPr lvl="4" algn="just">
              <a:spcBef>
                <a:spcPts val="600"/>
              </a:spcBef>
              <a:buClr>
                <a:schemeClr val="dk1"/>
              </a:buClr>
              <a:buSzPts val="1100"/>
            </a:pPr>
            <a:endParaRPr lang="en-US" sz="1800" dirty="0">
              <a:solidFill>
                <a:srgbClr val="C6DAEC"/>
              </a:solidFill>
              <a:latin typeface="Times New Roman" panose="02020603050405020304" pitchFamily="18" charset="0"/>
              <a:ea typeface="Muli"/>
              <a:cs typeface="Times New Roman" panose="02020603050405020304" pitchFamily="18" charset="0"/>
              <a:sym typeface="Muli"/>
            </a:endParaRPr>
          </a:p>
        </p:txBody>
      </p:sp>
    </p:spTree>
    <p:extLst>
      <p:ext uri="{BB962C8B-B14F-4D97-AF65-F5344CB8AC3E}">
        <p14:creationId xmlns:p14="http://schemas.microsoft.com/office/powerpoint/2010/main" val="2043320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93722B-C961-4E0C-AB59-39AB076954BA}"/>
              </a:ext>
            </a:extLst>
          </p:cNvPr>
          <p:cNvSpPr>
            <a:spLocks noGrp="1"/>
          </p:cNvSpPr>
          <p:nvPr>
            <p:ph type="title"/>
          </p:nvPr>
        </p:nvSpPr>
        <p:spPr>
          <a:xfrm>
            <a:off x="1221698" y="643888"/>
            <a:ext cx="7255239" cy="572706"/>
          </a:xfrm>
        </p:spPr>
        <p:txBody>
          <a:bodyPr>
            <a:noAutofit/>
          </a:bodyPr>
          <a:lstStyle/>
          <a:p>
            <a:pPr algn="ctr"/>
            <a:r>
              <a:rPr lang="en-IN" sz="3200" u="sng" dirty="0">
                <a:effectLst/>
                <a:latin typeface="Algerian" panose="04020705040A02060702" pitchFamily="82" charset="0"/>
                <a:ea typeface="Calibri" panose="020F0502020204030204" pitchFamily="34" charset="0"/>
                <a:cs typeface="Arial" panose="020B0604020202020204" pitchFamily="34" charset="0"/>
              </a:rPr>
              <a:t>Smart waste management</a:t>
            </a:r>
            <a:endParaRPr lang="en-IN" sz="4800" dirty="0">
              <a:latin typeface="Algerian" panose="04020705040A02060702" pitchFamily="82" charset="0"/>
            </a:endParaRPr>
          </a:p>
        </p:txBody>
      </p:sp>
      <p:sp>
        <p:nvSpPr>
          <p:cNvPr id="23" name="Google Shape;343;p12">
            <a:extLst>
              <a:ext uri="{FF2B5EF4-FFF2-40B4-BE49-F238E27FC236}">
                <a16:creationId xmlns:a16="http://schemas.microsoft.com/office/drawing/2014/main" id="{71C37D96-F674-4B46-A2D8-79B423B2741B}"/>
              </a:ext>
            </a:extLst>
          </p:cNvPr>
          <p:cNvSpPr txBox="1"/>
          <p:nvPr/>
        </p:nvSpPr>
        <p:spPr>
          <a:xfrm>
            <a:off x="779488" y="1329554"/>
            <a:ext cx="3230211" cy="572706"/>
          </a:xfrm>
          <a:prstGeom prst="rect">
            <a:avLst/>
          </a:prstGeom>
          <a:noFill/>
          <a:ln>
            <a:noFill/>
          </a:ln>
        </p:spPr>
        <p:txBody>
          <a:bodyPr spcFirstLastPara="1" wrap="square" lIns="91425" tIns="91425" rIns="91425" bIns="91425" anchor="t" anchorCtr="0">
            <a:noAutofit/>
          </a:bodyPr>
          <a:lstStyle/>
          <a:p>
            <a:pPr marL="0" lvl="0" indent="0" algn="ctr" rtl="1">
              <a:spcBef>
                <a:spcPts val="600"/>
              </a:spcBef>
              <a:spcAft>
                <a:spcPts val="0"/>
              </a:spcAft>
              <a:buNone/>
            </a:pPr>
            <a:r>
              <a:rPr lang="en-US" sz="2000" b="1" u="sng" dirty="0">
                <a:solidFill>
                  <a:srgbClr val="00E1C6"/>
                </a:solidFill>
                <a:latin typeface="Times New Roman" panose="02020603050405020304" pitchFamily="18" charset="0"/>
                <a:ea typeface="Muli"/>
                <a:cs typeface="Times New Roman" panose="02020603050405020304" pitchFamily="18" charset="0"/>
                <a:sym typeface="Muli"/>
              </a:rPr>
              <a:t>How it works?</a:t>
            </a:r>
            <a:endParaRPr lang="en-US" u="sng" dirty="0">
              <a:solidFill>
                <a:srgbClr val="C6DAEC"/>
              </a:solidFill>
              <a:latin typeface="Times New Roman" panose="02020603050405020304" pitchFamily="18" charset="0"/>
              <a:ea typeface="Muli"/>
              <a:cs typeface="Times New Roman" panose="02020603050405020304" pitchFamily="18" charset="0"/>
              <a:sym typeface="Muli"/>
            </a:endParaRPr>
          </a:p>
        </p:txBody>
      </p:sp>
      <p:sp>
        <p:nvSpPr>
          <p:cNvPr id="5" name="Google Shape;343;p12">
            <a:extLst>
              <a:ext uri="{FF2B5EF4-FFF2-40B4-BE49-F238E27FC236}">
                <a16:creationId xmlns:a16="http://schemas.microsoft.com/office/drawing/2014/main" id="{441ECE10-0E12-4D8C-BCBA-ACAC5CF70F80}"/>
              </a:ext>
            </a:extLst>
          </p:cNvPr>
          <p:cNvSpPr txBox="1"/>
          <p:nvPr/>
        </p:nvSpPr>
        <p:spPr>
          <a:xfrm>
            <a:off x="1221698" y="2015220"/>
            <a:ext cx="7060368" cy="31282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lvl="2"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In smart waste management , if any particular area's dustbin is full then notification or message will be sent to the dumping station of government and through this message government worker can identify which dustbin is full in which area and they can do further process for cleaning that dustbin, Which can help to makes our city clean and gives clean environment.</a:t>
            </a:r>
          </a:p>
        </p:txBody>
      </p:sp>
    </p:spTree>
    <p:extLst>
      <p:ext uri="{BB962C8B-B14F-4D97-AF65-F5344CB8AC3E}">
        <p14:creationId xmlns:p14="http://schemas.microsoft.com/office/powerpoint/2010/main" val="115013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4B26F334-6E25-414E-90E4-94F330896C5D}"/>
              </a:ext>
            </a:extLst>
          </p:cNvPr>
          <p:cNvPicPr>
            <a:picLocks noChangeAspect="1"/>
          </p:cNvPicPr>
          <p:nvPr/>
        </p:nvPicPr>
        <p:blipFill rotWithShape="1">
          <a:blip r:embed="rId2"/>
          <a:srcRect l="3249" t="9792" r="6462" b="25675"/>
          <a:stretch/>
        </p:blipFill>
        <p:spPr>
          <a:xfrm>
            <a:off x="1115912" y="1480142"/>
            <a:ext cx="6912175" cy="2778939"/>
          </a:xfrm>
          <a:prstGeom prst="rect">
            <a:avLst/>
          </a:prstGeom>
          <a:ln w="38100">
            <a:solidFill>
              <a:schemeClr val="tx1">
                <a:lumMod val="50000"/>
              </a:schemeClr>
            </a:solidFill>
          </a:ln>
        </p:spPr>
      </p:pic>
      <p:sp>
        <p:nvSpPr>
          <p:cNvPr id="23" name="Google Shape;343;p12">
            <a:extLst>
              <a:ext uri="{FF2B5EF4-FFF2-40B4-BE49-F238E27FC236}">
                <a16:creationId xmlns:a16="http://schemas.microsoft.com/office/drawing/2014/main" id="{71C37D96-F674-4B46-A2D8-79B423B2741B}"/>
              </a:ext>
            </a:extLst>
          </p:cNvPr>
          <p:cNvSpPr txBox="1"/>
          <p:nvPr/>
        </p:nvSpPr>
        <p:spPr>
          <a:xfrm>
            <a:off x="1251782" y="673017"/>
            <a:ext cx="3230211" cy="572706"/>
          </a:xfrm>
          <a:prstGeom prst="rect">
            <a:avLst/>
          </a:prstGeom>
          <a:noFill/>
          <a:ln>
            <a:noFill/>
          </a:ln>
        </p:spPr>
        <p:txBody>
          <a:bodyPr spcFirstLastPara="1" wrap="square" lIns="91425" tIns="91425" rIns="91425" bIns="91425" anchor="t" anchorCtr="0">
            <a:noAutofit/>
          </a:bodyPr>
          <a:lstStyle/>
          <a:p>
            <a:pPr marL="0" lvl="0" indent="0" algn="ctr" rtl="1">
              <a:spcBef>
                <a:spcPts val="600"/>
              </a:spcBef>
              <a:spcAft>
                <a:spcPts val="0"/>
              </a:spcAft>
              <a:buNone/>
            </a:pPr>
            <a:r>
              <a:rPr lang="en-US" sz="2000" b="1" u="sng" dirty="0">
                <a:solidFill>
                  <a:srgbClr val="00E1C6"/>
                </a:solidFill>
                <a:latin typeface="Times New Roman" panose="02020603050405020304" pitchFamily="18" charset="0"/>
                <a:ea typeface="Muli"/>
                <a:cs typeface="Times New Roman" panose="02020603050405020304" pitchFamily="18" charset="0"/>
                <a:sym typeface="Muli"/>
              </a:rPr>
              <a:t>Block Diagram:-</a:t>
            </a:r>
            <a:endParaRPr lang="en-US" u="sng" dirty="0">
              <a:solidFill>
                <a:srgbClr val="C6DAEC"/>
              </a:solidFill>
              <a:latin typeface="Times New Roman" panose="02020603050405020304" pitchFamily="18" charset="0"/>
              <a:ea typeface="Muli"/>
              <a:cs typeface="Times New Roman" panose="02020603050405020304" pitchFamily="18" charset="0"/>
              <a:sym typeface="Muli"/>
            </a:endParaRPr>
          </a:p>
        </p:txBody>
      </p:sp>
    </p:spTree>
    <p:extLst>
      <p:ext uri="{BB962C8B-B14F-4D97-AF65-F5344CB8AC3E}">
        <p14:creationId xmlns:p14="http://schemas.microsoft.com/office/powerpoint/2010/main" val="604399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93722B-C961-4E0C-AB59-39AB076954BA}"/>
              </a:ext>
            </a:extLst>
          </p:cNvPr>
          <p:cNvSpPr>
            <a:spLocks noGrp="1"/>
          </p:cNvSpPr>
          <p:nvPr>
            <p:ph type="title"/>
          </p:nvPr>
        </p:nvSpPr>
        <p:spPr>
          <a:xfrm>
            <a:off x="1289153" y="427220"/>
            <a:ext cx="7255239" cy="572706"/>
          </a:xfrm>
        </p:spPr>
        <p:txBody>
          <a:bodyPr>
            <a:noAutofit/>
          </a:bodyPr>
          <a:lstStyle/>
          <a:p>
            <a:pPr algn="ctr"/>
            <a:r>
              <a:rPr lang="en-IN" sz="3200" u="sng" dirty="0">
                <a:effectLst/>
                <a:latin typeface="Algerian" panose="04020705040A02060702" pitchFamily="82" charset="0"/>
                <a:ea typeface="Calibri" panose="020F0502020204030204" pitchFamily="34" charset="0"/>
                <a:cs typeface="Arial" panose="020B0604020202020204" pitchFamily="34" charset="0"/>
              </a:rPr>
              <a:t>Automatic Street light</a:t>
            </a:r>
            <a:endParaRPr lang="en-IN" sz="4800" dirty="0">
              <a:latin typeface="Algerian" panose="04020705040A02060702" pitchFamily="82" charset="0"/>
            </a:endParaRPr>
          </a:p>
        </p:txBody>
      </p:sp>
      <p:sp>
        <p:nvSpPr>
          <p:cNvPr id="8" name="Google Shape;343;p12">
            <a:extLst>
              <a:ext uri="{FF2B5EF4-FFF2-40B4-BE49-F238E27FC236}">
                <a16:creationId xmlns:a16="http://schemas.microsoft.com/office/drawing/2014/main" id="{7FDB809F-5AFC-4CD9-8316-B4EB34755439}"/>
              </a:ext>
            </a:extLst>
          </p:cNvPr>
          <p:cNvSpPr txBox="1"/>
          <p:nvPr/>
        </p:nvSpPr>
        <p:spPr>
          <a:xfrm>
            <a:off x="802077" y="1068717"/>
            <a:ext cx="3230211" cy="572706"/>
          </a:xfrm>
          <a:prstGeom prst="rect">
            <a:avLst/>
          </a:prstGeom>
          <a:noFill/>
          <a:ln>
            <a:noFill/>
          </a:ln>
        </p:spPr>
        <p:txBody>
          <a:bodyPr spcFirstLastPara="1" wrap="square" lIns="91425" tIns="91425" rIns="91425" bIns="91425" anchor="t" anchorCtr="0">
            <a:noAutofit/>
          </a:bodyPr>
          <a:lstStyle/>
          <a:p>
            <a:pPr marL="0" lvl="0" indent="0" algn="ctr" rtl="1">
              <a:spcBef>
                <a:spcPts val="600"/>
              </a:spcBef>
              <a:spcAft>
                <a:spcPts val="0"/>
              </a:spcAft>
              <a:buNone/>
            </a:pPr>
            <a:r>
              <a:rPr lang="en-US" sz="2000" b="1" u="sng" dirty="0">
                <a:solidFill>
                  <a:srgbClr val="00E1C6"/>
                </a:solidFill>
                <a:latin typeface="Times New Roman" panose="02020603050405020304" pitchFamily="18" charset="0"/>
                <a:ea typeface="Muli"/>
                <a:cs typeface="Times New Roman" panose="02020603050405020304" pitchFamily="18" charset="0"/>
                <a:sym typeface="Muli"/>
              </a:rPr>
              <a:t>How it Works?</a:t>
            </a:r>
            <a:endParaRPr lang="en-US" u="sng" dirty="0">
              <a:solidFill>
                <a:srgbClr val="C6DAEC"/>
              </a:solidFill>
              <a:latin typeface="Times New Roman" panose="02020603050405020304" pitchFamily="18" charset="0"/>
              <a:ea typeface="Muli"/>
              <a:cs typeface="Times New Roman" panose="02020603050405020304" pitchFamily="18" charset="0"/>
              <a:sym typeface="Muli"/>
            </a:endParaRPr>
          </a:p>
        </p:txBody>
      </p:sp>
      <p:sp>
        <p:nvSpPr>
          <p:cNvPr id="6" name="Google Shape;343;p12">
            <a:extLst>
              <a:ext uri="{FF2B5EF4-FFF2-40B4-BE49-F238E27FC236}">
                <a16:creationId xmlns:a16="http://schemas.microsoft.com/office/drawing/2014/main" id="{C9CA45EF-AAD1-407C-B325-CAAC59A37076}"/>
              </a:ext>
            </a:extLst>
          </p:cNvPr>
          <p:cNvSpPr txBox="1"/>
          <p:nvPr/>
        </p:nvSpPr>
        <p:spPr>
          <a:xfrm>
            <a:off x="1221698" y="1641423"/>
            <a:ext cx="7060368" cy="31282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lvl="2"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In Automatic Street Light System, If any movement is detected near by the street lights then the intensity of the lights will increased and if no movement nearby is detected then the intensity of the lights will remains low.</a:t>
            </a:r>
          </a:p>
          <a:p>
            <a:pPr marL="285750" lvl="2"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Through the low intensity of the Lights, Electricity can be saved </a:t>
            </a:r>
            <a:r>
              <a:rPr lang="en-US" sz="1800" dirty="0" err="1">
                <a:solidFill>
                  <a:srgbClr val="C6DAEC"/>
                </a:solidFill>
                <a:latin typeface="Times New Roman" panose="02020603050405020304" pitchFamily="18" charset="0"/>
                <a:ea typeface="Muli"/>
                <a:cs typeface="Times New Roman" panose="02020603050405020304" pitchFamily="18" charset="0"/>
                <a:sym typeface="Muli"/>
              </a:rPr>
              <a:t>upto</a:t>
            </a:r>
            <a:r>
              <a:rPr lang="en-US" sz="1800" dirty="0">
                <a:solidFill>
                  <a:srgbClr val="C6DAEC"/>
                </a:solidFill>
                <a:latin typeface="Times New Roman" panose="02020603050405020304" pitchFamily="18" charset="0"/>
                <a:ea typeface="Muli"/>
                <a:cs typeface="Times New Roman" panose="02020603050405020304" pitchFamily="18" charset="0"/>
                <a:sym typeface="Muli"/>
              </a:rPr>
              <a:t> some points.</a:t>
            </a:r>
          </a:p>
        </p:txBody>
      </p:sp>
    </p:spTree>
    <p:extLst>
      <p:ext uri="{BB962C8B-B14F-4D97-AF65-F5344CB8AC3E}">
        <p14:creationId xmlns:p14="http://schemas.microsoft.com/office/powerpoint/2010/main" val="2075237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82FEFD-FB2A-405C-BC28-23CC47F483EF}"/>
              </a:ext>
            </a:extLst>
          </p:cNvPr>
          <p:cNvPicPr>
            <a:picLocks noChangeAspect="1"/>
          </p:cNvPicPr>
          <p:nvPr/>
        </p:nvPicPr>
        <p:blipFill rotWithShape="1">
          <a:blip r:embed="rId2"/>
          <a:srcRect l="6505" t="4268" r="37627" b="8799"/>
          <a:stretch/>
        </p:blipFill>
        <p:spPr>
          <a:xfrm>
            <a:off x="2690734" y="1145411"/>
            <a:ext cx="4444584" cy="3890226"/>
          </a:xfrm>
          <a:prstGeom prst="rect">
            <a:avLst/>
          </a:prstGeom>
          <a:ln w="38100">
            <a:solidFill>
              <a:schemeClr val="tx1">
                <a:lumMod val="50000"/>
              </a:schemeClr>
            </a:solidFill>
          </a:ln>
        </p:spPr>
      </p:pic>
      <p:sp>
        <p:nvSpPr>
          <p:cNvPr id="8" name="Google Shape;343;p12">
            <a:extLst>
              <a:ext uri="{FF2B5EF4-FFF2-40B4-BE49-F238E27FC236}">
                <a16:creationId xmlns:a16="http://schemas.microsoft.com/office/drawing/2014/main" id="{7FDB809F-5AFC-4CD9-8316-B4EB34755439}"/>
              </a:ext>
            </a:extLst>
          </p:cNvPr>
          <p:cNvSpPr txBox="1"/>
          <p:nvPr/>
        </p:nvSpPr>
        <p:spPr>
          <a:xfrm>
            <a:off x="1139356" y="497754"/>
            <a:ext cx="3230211" cy="572706"/>
          </a:xfrm>
          <a:prstGeom prst="rect">
            <a:avLst/>
          </a:prstGeom>
          <a:noFill/>
          <a:ln>
            <a:noFill/>
          </a:ln>
        </p:spPr>
        <p:txBody>
          <a:bodyPr spcFirstLastPara="1" wrap="square" lIns="91425" tIns="91425" rIns="91425" bIns="91425" anchor="t" anchorCtr="0">
            <a:noAutofit/>
          </a:bodyPr>
          <a:lstStyle/>
          <a:p>
            <a:pPr marL="0" lvl="0" indent="0" algn="ctr" rtl="1">
              <a:spcBef>
                <a:spcPts val="600"/>
              </a:spcBef>
              <a:spcAft>
                <a:spcPts val="0"/>
              </a:spcAft>
              <a:buNone/>
            </a:pPr>
            <a:r>
              <a:rPr lang="en-US" sz="2000" b="1" u="sng" dirty="0">
                <a:solidFill>
                  <a:srgbClr val="00E1C6"/>
                </a:solidFill>
                <a:latin typeface="Times New Roman" panose="02020603050405020304" pitchFamily="18" charset="0"/>
                <a:ea typeface="Muli"/>
                <a:cs typeface="Times New Roman" panose="02020603050405020304" pitchFamily="18" charset="0"/>
                <a:sym typeface="Muli"/>
              </a:rPr>
              <a:t>Block Diagram:-</a:t>
            </a:r>
            <a:endParaRPr lang="en-US" u="sng" dirty="0">
              <a:solidFill>
                <a:srgbClr val="C6DAEC"/>
              </a:solidFill>
              <a:latin typeface="Times New Roman" panose="02020603050405020304" pitchFamily="18" charset="0"/>
              <a:ea typeface="Muli"/>
              <a:cs typeface="Times New Roman" panose="02020603050405020304" pitchFamily="18" charset="0"/>
              <a:sym typeface="Muli"/>
            </a:endParaRPr>
          </a:p>
        </p:txBody>
      </p:sp>
    </p:spTree>
    <p:extLst>
      <p:ext uri="{BB962C8B-B14F-4D97-AF65-F5344CB8AC3E}">
        <p14:creationId xmlns:p14="http://schemas.microsoft.com/office/powerpoint/2010/main" val="2561326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93722B-C961-4E0C-AB59-39AB076954BA}"/>
              </a:ext>
            </a:extLst>
          </p:cNvPr>
          <p:cNvSpPr>
            <a:spLocks noGrp="1"/>
          </p:cNvSpPr>
          <p:nvPr>
            <p:ph type="title"/>
          </p:nvPr>
        </p:nvSpPr>
        <p:spPr>
          <a:xfrm>
            <a:off x="1304142" y="404734"/>
            <a:ext cx="7255239" cy="572706"/>
          </a:xfrm>
        </p:spPr>
        <p:txBody>
          <a:bodyPr>
            <a:noAutofit/>
          </a:bodyPr>
          <a:lstStyle/>
          <a:p>
            <a:pPr algn="ctr"/>
            <a:r>
              <a:rPr lang="en-IN" sz="3200" u="sng" dirty="0">
                <a:latin typeface="Algerian" panose="04020705040A02060702" pitchFamily="82" charset="0"/>
                <a:cs typeface="Arial" panose="020B0604020202020204" pitchFamily="34" charset="0"/>
              </a:rPr>
              <a:t>Smart parking system</a:t>
            </a:r>
            <a:endParaRPr lang="en-IN" sz="4800" dirty="0">
              <a:latin typeface="Algerian" panose="04020705040A02060702" pitchFamily="82" charset="0"/>
            </a:endParaRPr>
          </a:p>
        </p:txBody>
      </p:sp>
      <p:sp>
        <p:nvSpPr>
          <p:cNvPr id="9" name="Google Shape;343;p12">
            <a:extLst>
              <a:ext uri="{FF2B5EF4-FFF2-40B4-BE49-F238E27FC236}">
                <a16:creationId xmlns:a16="http://schemas.microsoft.com/office/drawing/2014/main" id="{0B3D8368-6C27-4D36-B57B-656A8212C7D9}"/>
              </a:ext>
            </a:extLst>
          </p:cNvPr>
          <p:cNvSpPr txBox="1"/>
          <p:nvPr/>
        </p:nvSpPr>
        <p:spPr>
          <a:xfrm>
            <a:off x="1079395" y="1261945"/>
            <a:ext cx="3230211" cy="572706"/>
          </a:xfrm>
          <a:prstGeom prst="rect">
            <a:avLst/>
          </a:prstGeom>
          <a:noFill/>
          <a:ln>
            <a:noFill/>
          </a:ln>
        </p:spPr>
        <p:txBody>
          <a:bodyPr spcFirstLastPara="1" wrap="square" lIns="91425" tIns="91425" rIns="91425" bIns="91425" anchor="t" anchorCtr="0">
            <a:noAutofit/>
          </a:bodyPr>
          <a:lstStyle/>
          <a:p>
            <a:pPr marL="0" lvl="0" indent="0" algn="ctr" rtl="1">
              <a:spcBef>
                <a:spcPts val="600"/>
              </a:spcBef>
              <a:spcAft>
                <a:spcPts val="0"/>
              </a:spcAft>
              <a:buNone/>
            </a:pPr>
            <a:r>
              <a:rPr lang="en-US" sz="2000" b="1" u="sng" dirty="0">
                <a:solidFill>
                  <a:srgbClr val="00E1C6"/>
                </a:solidFill>
                <a:latin typeface="Times New Roman" panose="02020603050405020304" pitchFamily="18" charset="0"/>
                <a:ea typeface="Muli"/>
                <a:cs typeface="Times New Roman" panose="02020603050405020304" pitchFamily="18" charset="0"/>
                <a:sym typeface="Muli"/>
              </a:rPr>
              <a:t>How it Works?</a:t>
            </a:r>
            <a:endParaRPr lang="en-US" u="sng" dirty="0">
              <a:solidFill>
                <a:srgbClr val="C6DAEC"/>
              </a:solidFill>
              <a:latin typeface="Times New Roman" panose="02020603050405020304" pitchFamily="18" charset="0"/>
              <a:ea typeface="Muli"/>
              <a:cs typeface="Times New Roman" panose="02020603050405020304" pitchFamily="18" charset="0"/>
              <a:sym typeface="Muli"/>
            </a:endParaRPr>
          </a:p>
        </p:txBody>
      </p:sp>
      <p:sp>
        <p:nvSpPr>
          <p:cNvPr id="5" name="Google Shape;343;p12">
            <a:extLst>
              <a:ext uri="{FF2B5EF4-FFF2-40B4-BE49-F238E27FC236}">
                <a16:creationId xmlns:a16="http://schemas.microsoft.com/office/drawing/2014/main" id="{D1C5F93A-599F-45FC-B3AB-0A47092DE4B7}"/>
              </a:ext>
            </a:extLst>
          </p:cNvPr>
          <p:cNvSpPr txBox="1"/>
          <p:nvPr/>
        </p:nvSpPr>
        <p:spPr>
          <a:xfrm>
            <a:off x="1603944" y="1834651"/>
            <a:ext cx="6655633" cy="31282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lvl="2"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In smart parking system, there is parking area in the city and if there is any free slot is available then only it will allow to enter new vehicle in the parking area and if it is full then it will not allow to enter in the parking area.</a:t>
            </a:r>
          </a:p>
          <a:p>
            <a:pPr marL="285750" lvl="2"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User can observe the status of that parking area through website and website gives real time data related to parking area.</a:t>
            </a:r>
          </a:p>
        </p:txBody>
      </p:sp>
    </p:spTree>
    <p:extLst>
      <p:ext uri="{BB962C8B-B14F-4D97-AF65-F5344CB8AC3E}">
        <p14:creationId xmlns:p14="http://schemas.microsoft.com/office/powerpoint/2010/main" val="2200756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18D57F-A256-4B47-8827-CE8E61E27F9A}"/>
              </a:ext>
            </a:extLst>
          </p:cNvPr>
          <p:cNvPicPr>
            <a:picLocks noChangeAspect="1"/>
          </p:cNvPicPr>
          <p:nvPr/>
        </p:nvPicPr>
        <p:blipFill rotWithShape="1">
          <a:blip r:embed="rId2"/>
          <a:srcRect l="3758" r="4889"/>
          <a:stretch/>
        </p:blipFill>
        <p:spPr>
          <a:xfrm>
            <a:off x="1642830" y="1154242"/>
            <a:ext cx="6195784" cy="3814997"/>
          </a:xfrm>
          <a:prstGeom prst="rect">
            <a:avLst/>
          </a:prstGeom>
          <a:ln w="38100">
            <a:solidFill>
              <a:schemeClr val="tx1">
                <a:lumMod val="50000"/>
              </a:schemeClr>
            </a:solidFill>
          </a:ln>
        </p:spPr>
      </p:pic>
      <p:sp>
        <p:nvSpPr>
          <p:cNvPr id="9" name="Google Shape;343;p12">
            <a:extLst>
              <a:ext uri="{FF2B5EF4-FFF2-40B4-BE49-F238E27FC236}">
                <a16:creationId xmlns:a16="http://schemas.microsoft.com/office/drawing/2014/main" id="{0B3D8368-6C27-4D36-B57B-656A8212C7D9}"/>
              </a:ext>
            </a:extLst>
          </p:cNvPr>
          <p:cNvSpPr txBox="1"/>
          <p:nvPr/>
        </p:nvSpPr>
        <p:spPr>
          <a:xfrm>
            <a:off x="1221936" y="482764"/>
            <a:ext cx="3230211" cy="572706"/>
          </a:xfrm>
          <a:prstGeom prst="rect">
            <a:avLst/>
          </a:prstGeom>
          <a:noFill/>
          <a:ln>
            <a:noFill/>
          </a:ln>
        </p:spPr>
        <p:txBody>
          <a:bodyPr spcFirstLastPara="1" wrap="square" lIns="91425" tIns="91425" rIns="91425" bIns="91425" anchor="t" anchorCtr="0">
            <a:noAutofit/>
          </a:bodyPr>
          <a:lstStyle/>
          <a:p>
            <a:pPr marL="0" lvl="0" indent="0" algn="ctr" rtl="1">
              <a:spcBef>
                <a:spcPts val="600"/>
              </a:spcBef>
              <a:spcAft>
                <a:spcPts val="0"/>
              </a:spcAft>
              <a:buNone/>
            </a:pPr>
            <a:r>
              <a:rPr lang="en-US" sz="2000" b="1" u="sng" dirty="0">
                <a:solidFill>
                  <a:srgbClr val="00E1C6"/>
                </a:solidFill>
                <a:latin typeface="Times New Roman" panose="02020603050405020304" pitchFamily="18" charset="0"/>
                <a:ea typeface="Muli"/>
                <a:cs typeface="Times New Roman" panose="02020603050405020304" pitchFamily="18" charset="0"/>
                <a:sym typeface="Muli"/>
              </a:rPr>
              <a:t>Block Diagram:-</a:t>
            </a:r>
            <a:endParaRPr lang="en-US" u="sng" dirty="0">
              <a:solidFill>
                <a:srgbClr val="C6DAEC"/>
              </a:solidFill>
              <a:latin typeface="Times New Roman" panose="02020603050405020304" pitchFamily="18" charset="0"/>
              <a:ea typeface="Muli"/>
              <a:cs typeface="Times New Roman" panose="02020603050405020304" pitchFamily="18" charset="0"/>
              <a:sym typeface="Muli"/>
            </a:endParaRPr>
          </a:p>
        </p:txBody>
      </p:sp>
    </p:spTree>
    <p:extLst>
      <p:ext uri="{BB962C8B-B14F-4D97-AF65-F5344CB8AC3E}">
        <p14:creationId xmlns:p14="http://schemas.microsoft.com/office/powerpoint/2010/main" val="124743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93722B-C961-4E0C-AB59-39AB076954BA}"/>
              </a:ext>
            </a:extLst>
          </p:cNvPr>
          <p:cNvSpPr>
            <a:spLocks noGrp="1"/>
          </p:cNvSpPr>
          <p:nvPr>
            <p:ph type="title"/>
          </p:nvPr>
        </p:nvSpPr>
        <p:spPr>
          <a:xfrm>
            <a:off x="1397276" y="298263"/>
            <a:ext cx="7255239" cy="572706"/>
          </a:xfrm>
        </p:spPr>
        <p:txBody>
          <a:bodyPr>
            <a:noAutofit/>
          </a:bodyPr>
          <a:lstStyle/>
          <a:p>
            <a:pPr algn="ctr"/>
            <a:r>
              <a:rPr lang="en-IN" sz="3200" u="sng" dirty="0">
                <a:latin typeface="Algerian" panose="04020705040A02060702" pitchFamily="82" charset="0"/>
                <a:cs typeface="Arial" panose="020B0604020202020204" pitchFamily="34" charset="0"/>
              </a:rPr>
              <a:t>Smart water system</a:t>
            </a:r>
            <a:endParaRPr lang="en-IN" sz="4800" dirty="0">
              <a:latin typeface="Algerian" panose="04020705040A02060702" pitchFamily="82" charset="0"/>
            </a:endParaRPr>
          </a:p>
        </p:txBody>
      </p:sp>
      <p:sp>
        <p:nvSpPr>
          <p:cNvPr id="8" name="Google Shape;343;p12">
            <a:extLst>
              <a:ext uri="{FF2B5EF4-FFF2-40B4-BE49-F238E27FC236}">
                <a16:creationId xmlns:a16="http://schemas.microsoft.com/office/drawing/2014/main" id="{593F551E-03A1-41CC-A5E9-5DB4BE6804F0}"/>
              </a:ext>
            </a:extLst>
          </p:cNvPr>
          <p:cNvSpPr txBox="1"/>
          <p:nvPr/>
        </p:nvSpPr>
        <p:spPr>
          <a:xfrm>
            <a:off x="1115206" y="1083191"/>
            <a:ext cx="3230211" cy="572706"/>
          </a:xfrm>
          <a:prstGeom prst="rect">
            <a:avLst/>
          </a:prstGeom>
          <a:noFill/>
          <a:ln>
            <a:noFill/>
          </a:ln>
        </p:spPr>
        <p:txBody>
          <a:bodyPr spcFirstLastPara="1" wrap="square" lIns="91425" tIns="91425" rIns="91425" bIns="91425" anchor="t" anchorCtr="0">
            <a:noAutofit/>
          </a:bodyPr>
          <a:lstStyle/>
          <a:p>
            <a:pPr marL="0" lvl="0" indent="0" algn="ctr" rtl="1">
              <a:spcBef>
                <a:spcPts val="600"/>
              </a:spcBef>
              <a:spcAft>
                <a:spcPts val="0"/>
              </a:spcAft>
              <a:buNone/>
            </a:pPr>
            <a:r>
              <a:rPr lang="en-US" sz="2000" b="1" u="sng" dirty="0">
                <a:solidFill>
                  <a:srgbClr val="00E1C6"/>
                </a:solidFill>
                <a:latin typeface="Times New Roman" panose="02020603050405020304" pitchFamily="18" charset="0"/>
                <a:ea typeface="Muli"/>
                <a:cs typeface="Times New Roman" panose="02020603050405020304" pitchFamily="18" charset="0"/>
                <a:sym typeface="Muli"/>
              </a:rPr>
              <a:t>How it Works?</a:t>
            </a:r>
            <a:endParaRPr lang="en-US" u="sng" dirty="0">
              <a:solidFill>
                <a:srgbClr val="C6DAEC"/>
              </a:solidFill>
              <a:latin typeface="Times New Roman" panose="02020603050405020304" pitchFamily="18" charset="0"/>
              <a:ea typeface="Muli"/>
              <a:cs typeface="Times New Roman" panose="02020603050405020304" pitchFamily="18" charset="0"/>
              <a:sym typeface="Muli"/>
            </a:endParaRPr>
          </a:p>
        </p:txBody>
      </p:sp>
      <p:sp>
        <p:nvSpPr>
          <p:cNvPr id="5" name="Google Shape;343;p12">
            <a:extLst>
              <a:ext uri="{FF2B5EF4-FFF2-40B4-BE49-F238E27FC236}">
                <a16:creationId xmlns:a16="http://schemas.microsoft.com/office/drawing/2014/main" id="{0E27C11E-C8FB-4022-8B6C-6ED67BB4C920}"/>
              </a:ext>
            </a:extLst>
          </p:cNvPr>
          <p:cNvSpPr txBox="1"/>
          <p:nvPr/>
        </p:nvSpPr>
        <p:spPr>
          <a:xfrm>
            <a:off x="1603944" y="1716957"/>
            <a:ext cx="6655633" cy="31282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lvl="2"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In smart water system, there is water tank in the city or society, if it is empty then the water pump will automatically turns on and remain on until water tank is full and when it is full then the water pump will automatically turns off.</a:t>
            </a:r>
          </a:p>
          <a:p>
            <a:pPr marL="285750" lvl="2"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There are some LED indicator which will show the water level in water tank.</a:t>
            </a:r>
          </a:p>
          <a:p>
            <a:pPr marL="285750" lvl="2" indent="-285750" algn="just">
              <a:spcBef>
                <a:spcPts val="600"/>
              </a:spcBef>
              <a:buClr>
                <a:schemeClr val="dk1"/>
              </a:buClr>
              <a:buSzPts val="1100"/>
              <a:buFont typeface="Wingdings" panose="05000000000000000000" pitchFamily="2" charset="2"/>
              <a:buChar char="Ø"/>
            </a:pPr>
            <a:r>
              <a:rPr lang="en-US" sz="1800" dirty="0">
                <a:solidFill>
                  <a:srgbClr val="C6DAEC"/>
                </a:solidFill>
                <a:latin typeface="Times New Roman" panose="02020603050405020304" pitchFamily="18" charset="0"/>
                <a:ea typeface="Muli"/>
                <a:cs typeface="Times New Roman" panose="02020603050405020304" pitchFamily="18" charset="0"/>
                <a:sym typeface="Muli"/>
              </a:rPr>
              <a:t>The water level information  and water pump status can also be seen through website by users.</a:t>
            </a:r>
          </a:p>
          <a:p>
            <a:pPr marL="285750" lvl="2" indent="-285750" algn="just">
              <a:spcBef>
                <a:spcPts val="600"/>
              </a:spcBef>
              <a:buClr>
                <a:schemeClr val="dk1"/>
              </a:buClr>
              <a:buSzPts val="1100"/>
              <a:buFont typeface="Wingdings" panose="05000000000000000000" pitchFamily="2" charset="2"/>
              <a:buChar char="Ø"/>
            </a:pPr>
            <a:endParaRPr lang="en-US" sz="1800" dirty="0">
              <a:solidFill>
                <a:srgbClr val="C6DAEC"/>
              </a:solidFill>
              <a:latin typeface="Times New Roman" panose="02020603050405020304" pitchFamily="18" charset="0"/>
              <a:ea typeface="Muli"/>
              <a:cs typeface="Times New Roman" panose="02020603050405020304" pitchFamily="18" charset="0"/>
              <a:sym typeface="Muli"/>
            </a:endParaRPr>
          </a:p>
        </p:txBody>
      </p:sp>
    </p:spTree>
    <p:extLst>
      <p:ext uri="{BB962C8B-B14F-4D97-AF65-F5344CB8AC3E}">
        <p14:creationId xmlns:p14="http://schemas.microsoft.com/office/powerpoint/2010/main" val="3335393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CADBF6-DDFD-4447-920A-7941AC81AFDA}"/>
              </a:ext>
            </a:extLst>
          </p:cNvPr>
          <p:cNvPicPr>
            <a:picLocks noChangeAspect="1"/>
          </p:cNvPicPr>
          <p:nvPr/>
        </p:nvPicPr>
        <p:blipFill rotWithShape="1">
          <a:blip r:embed="rId3"/>
          <a:srcRect l="3540" r="9861"/>
          <a:stretch/>
        </p:blipFill>
        <p:spPr>
          <a:xfrm>
            <a:off x="1890936" y="1101261"/>
            <a:ext cx="5875258" cy="3816237"/>
          </a:xfrm>
          <a:prstGeom prst="rect">
            <a:avLst/>
          </a:prstGeom>
          <a:ln w="38100">
            <a:solidFill>
              <a:schemeClr val="tx1">
                <a:lumMod val="50000"/>
              </a:schemeClr>
            </a:solidFill>
          </a:ln>
        </p:spPr>
      </p:pic>
      <p:sp>
        <p:nvSpPr>
          <p:cNvPr id="8" name="Google Shape;343;p12">
            <a:extLst>
              <a:ext uri="{FF2B5EF4-FFF2-40B4-BE49-F238E27FC236}">
                <a16:creationId xmlns:a16="http://schemas.microsoft.com/office/drawing/2014/main" id="{593F551E-03A1-41CC-A5E9-5DB4BE6804F0}"/>
              </a:ext>
            </a:extLst>
          </p:cNvPr>
          <p:cNvSpPr txBox="1"/>
          <p:nvPr/>
        </p:nvSpPr>
        <p:spPr>
          <a:xfrm>
            <a:off x="1085226" y="528555"/>
            <a:ext cx="3230211" cy="572706"/>
          </a:xfrm>
          <a:prstGeom prst="rect">
            <a:avLst/>
          </a:prstGeom>
          <a:noFill/>
          <a:ln>
            <a:noFill/>
          </a:ln>
        </p:spPr>
        <p:txBody>
          <a:bodyPr spcFirstLastPara="1" wrap="square" lIns="91425" tIns="91425" rIns="91425" bIns="91425" anchor="t" anchorCtr="0">
            <a:noAutofit/>
          </a:bodyPr>
          <a:lstStyle/>
          <a:p>
            <a:pPr marL="0" lvl="0" indent="0" algn="ctr" rtl="1">
              <a:spcBef>
                <a:spcPts val="600"/>
              </a:spcBef>
              <a:spcAft>
                <a:spcPts val="0"/>
              </a:spcAft>
              <a:buNone/>
            </a:pPr>
            <a:r>
              <a:rPr lang="en-US" sz="2000" b="1" u="sng" dirty="0">
                <a:solidFill>
                  <a:srgbClr val="00E1C6"/>
                </a:solidFill>
                <a:latin typeface="Times New Roman" panose="02020603050405020304" pitchFamily="18" charset="0"/>
                <a:ea typeface="Muli"/>
                <a:cs typeface="Times New Roman" panose="02020603050405020304" pitchFamily="18" charset="0"/>
                <a:sym typeface="Muli"/>
              </a:rPr>
              <a:t>Block Diagram:-</a:t>
            </a:r>
            <a:endParaRPr lang="en-US" u="sng" dirty="0">
              <a:solidFill>
                <a:srgbClr val="C6DAEC"/>
              </a:solidFill>
              <a:latin typeface="Times New Roman" panose="02020603050405020304" pitchFamily="18" charset="0"/>
              <a:ea typeface="Muli"/>
              <a:cs typeface="Times New Roman" panose="02020603050405020304" pitchFamily="18" charset="0"/>
              <a:sym typeface="Muli"/>
            </a:endParaRPr>
          </a:p>
        </p:txBody>
      </p:sp>
      <p:pic>
        <p:nvPicPr>
          <p:cNvPr id="3" name="Picture 2">
            <a:extLst>
              <a:ext uri="{FF2B5EF4-FFF2-40B4-BE49-F238E27FC236}">
                <a16:creationId xmlns:a16="http://schemas.microsoft.com/office/drawing/2014/main" id="{8B89F767-42B3-4965-88B3-774DA9692FC3}"/>
              </a:ext>
            </a:extLst>
          </p:cNvPr>
          <p:cNvPicPr>
            <a:picLocks noChangeAspect="1"/>
          </p:cNvPicPr>
          <p:nvPr/>
        </p:nvPicPr>
        <p:blipFill rotWithShape="1">
          <a:blip r:embed="rId4"/>
          <a:srcRect l="32302" t="29874" r="24627" b="28974"/>
          <a:stretch/>
        </p:blipFill>
        <p:spPr>
          <a:xfrm>
            <a:off x="2346179" y="1212532"/>
            <a:ext cx="989687" cy="945631"/>
          </a:xfrm>
          <a:prstGeom prst="rect">
            <a:avLst/>
          </a:prstGeom>
          <a:ln w="19050">
            <a:solidFill>
              <a:schemeClr val="tx2">
                <a:lumMod val="50000"/>
              </a:schemeClr>
            </a:solidFill>
          </a:ln>
        </p:spPr>
      </p:pic>
      <p:sp>
        <p:nvSpPr>
          <p:cNvPr id="5" name="TextBox 4">
            <a:extLst>
              <a:ext uri="{FF2B5EF4-FFF2-40B4-BE49-F238E27FC236}">
                <a16:creationId xmlns:a16="http://schemas.microsoft.com/office/drawing/2014/main" id="{241020D1-FB49-4145-9F92-337A1E7F83FD}"/>
              </a:ext>
            </a:extLst>
          </p:cNvPr>
          <p:cNvSpPr txBox="1"/>
          <p:nvPr/>
        </p:nvSpPr>
        <p:spPr>
          <a:xfrm>
            <a:off x="3335865" y="1278467"/>
            <a:ext cx="979571" cy="461665"/>
          </a:xfrm>
          <a:prstGeom prst="rect">
            <a:avLst/>
          </a:prstGeom>
          <a:noFill/>
        </p:spPr>
        <p:txBody>
          <a:bodyPr wrap="square" rtlCol="0">
            <a:spAutoFit/>
          </a:bodyPr>
          <a:lstStyle/>
          <a:p>
            <a:r>
              <a:rPr lang="en-IN" sz="800" b="1" dirty="0">
                <a:latin typeface="Calibri" panose="020F0502020204030204" pitchFamily="34" charset="0"/>
                <a:cs typeface="Calibri" panose="020F0502020204030204" pitchFamily="34" charset="0"/>
              </a:rPr>
              <a:t>WATER</a:t>
            </a:r>
          </a:p>
          <a:p>
            <a:r>
              <a:rPr lang="en-IN" sz="800" b="1" dirty="0">
                <a:latin typeface="Calibri" panose="020F0502020204030204" pitchFamily="34" charset="0"/>
                <a:cs typeface="Calibri" panose="020F0502020204030204" pitchFamily="34" charset="0"/>
              </a:rPr>
              <a:t>LEVEL </a:t>
            </a:r>
          </a:p>
          <a:p>
            <a:r>
              <a:rPr lang="en-IN" sz="800" b="1" dirty="0">
                <a:latin typeface="Calibri" panose="020F0502020204030204" pitchFamily="34" charset="0"/>
                <a:cs typeface="Calibri" panose="020F0502020204030204" pitchFamily="34" charset="0"/>
              </a:rPr>
              <a:t>SENSOR</a:t>
            </a:r>
          </a:p>
        </p:txBody>
      </p:sp>
    </p:spTree>
    <p:extLst>
      <p:ext uri="{BB962C8B-B14F-4D97-AF65-F5344CB8AC3E}">
        <p14:creationId xmlns:p14="http://schemas.microsoft.com/office/powerpoint/2010/main" val="2168459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42;p12">
            <a:extLst>
              <a:ext uri="{FF2B5EF4-FFF2-40B4-BE49-F238E27FC236}">
                <a16:creationId xmlns:a16="http://schemas.microsoft.com/office/drawing/2014/main" id="{35B8121B-60E9-4F84-BDBA-025CDFA4C779}"/>
              </a:ext>
            </a:extLst>
          </p:cNvPr>
          <p:cNvSpPr txBox="1">
            <a:spLocks noGrp="1"/>
          </p:cNvSpPr>
          <p:nvPr/>
        </p:nvSpPr>
        <p:spPr>
          <a:xfrm>
            <a:off x="2585802" y="535206"/>
            <a:ext cx="7472598" cy="645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1pPr>
            <a:lvl2pPr marR="0" lvl="1"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2pPr>
            <a:lvl3pPr marR="0" lvl="2"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3pPr>
            <a:lvl4pPr marR="0" lvl="3"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4pPr>
            <a:lvl5pPr marR="0" lvl="4"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5pPr>
            <a:lvl6pPr marR="0" lvl="5"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6pPr>
            <a:lvl7pPr marR="0" lvl="6"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7pPr>
            <a:lvl8pPr marR="0" lvl="7"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8pPr>
            <a:lvl9pPr marR="0" lvl="8"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9pPr>
          </a:lstStyle>
          <a:p>
            <a:pPr marL="0" lvl="0" indent="0" algn="l" rtl="0">
              <a:spcBef>
                <a:spcPts val="0"/>
              </a:spcBef>
              <a:spcAft>
                <a:spcPts val="0"/>
              </a:spcAft>
              <a:buNone/>
            </a:pPr>
            <a:r>
              <a:rPr lang="en" sz="4400" u="sng" dirty="0">
                <a:latin typeface="Algerian" panose="04020705040A02060702" pitchFamily="82" charset="0"/>
                <a:cs typeface="Times New Roman" panose="02020603050405020304" pitchFamily="18" charset="0"/>
              </a:rPr>
              <a:t>Social Impact</a:t>
            </a:r>
            <a:endParaRPr sz="4400" u="sng" dirty="0">
              <a:latin typeface="Algerian" panose="04020705040A02060702" pitchFamily="82" charset="0"/>
              <a:cs typeface="Times New Roman" panose="02020603050405020304" pitchFamily="18" charset="0"/>
            </a:endParaRPr>
          </a:p>
        </p:txBody>
      </p:sp>
      <p:sp>
        <p:nvSpPr>
          <p:cNvPr id="8" name="Google Shape;343;p12">
            <a:extLst>
              <a:ext uri="{FF2B5EF4-FFF2-40B4-BE49-F238E27FC236}">
                <a16:creationId xmlns:a16="http://schemas.microsoft.com/office/drawing/2014/main" id="{FC289210-A35C-4F65-BA0F-E078E9B1BC6C}"/>
              </a:ext>
            </a:extLst>
          </p:cNvPr>
          <p:cNvSpPr txBox="1"/>
          <p:nvPr/>
        </p:nvSpPr>
        <p:spPr>
          <a:xfrm>
            <a:off x="1786467" y="1270232"/>
            <a:ext cx="5977466" cy="31052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lvl="0" indent="-285750" algn="just" rtl="0">
              <a:spcBef>
                <a:spcPts val="600"/>
              </a:spcBef>
              <a:spcAft>
                <a:spcPts val="0"/>
              </a:spcAft>
              <a:buClr>
                <a:schemeClr val="dk1"/>
              </a:buClr>
              <a:buSzPts val="1100"/>
              <a:buFont typeface="Arial" panose="020B0604020202020204" pitchFamily="34" charset="0"/>
              <a:buChar char="•"/>
            </a:pPr>
            <a:r>
              <a:rPr lang="en-US" sz="1800" dirty="0">
                <a:solidFill>
                  <a:srgbClr val="C6DAEC"/>
                </a:solidFill>
                <a:latin typeface="Times New Roman" panose="02020603050405020304" pitchFamily="18" charset="0"/>
                <a:ea typeface="Muli"/>
                <a:cs typeface="Times New Roman" panose="02020603050405020304" pitchFamily="18" charset="0"/>
                <a:sym typeface="Muli"/>
              </a:rPr>
              <a:t>The Smart City project will give Quality life to the people of city and make their life more easy and convenient.</a:t>
            </a:r>
          </a:p>
          <a:p>
            <a:pPr lvl="0" algn="just" rtl="0">
              <a:spcBef>
                <a:spcPts val="600"/>
              </a:spcBef>
              <a:spcAft>
                <a:spcPts val="0"/>
              </a:spcAft>
              <a:buClr>
                <a:schemeClr val="dk1"/>
              </a:buClr>
              <a:buSzPts val="1100"/>
            </a:pPr>
            <a:endParaRPr lang="en-US" sz="1800" dirty="0">
              <a:solidFill>
                <a:srgbClr val="C6DAEC"/>
              </a:solidFill>
              <a:latin typeface="Times New Roman" panose="02020603050405020304" pitchFamily="18" charset="0"/>
              <a:ea typeface="Muli"/>
              <a:cs typeface="Times New Roman" panose="02020603050405020304" pitchFamily="18" charset="0"/>
              <a:sym typeface="Muli"/>
            </a:endParaRPr>
          </a:p>
          <a:p>
            <a:pPr marL="285750" lvl="0" indent="-285750" algn="just" rtl="0">
              <a:spcBef>
                <a:spcPts val="600"/>
              </a:spcBef>
              <a:spcAft>
                <a:spcPts val="0"/>
              </a:spcAft>
              <a:buClr>
                <a:schemeClr val="dk1"/>
              </a:buClr>
              <a:buSzPts val="1100"/>
              <a:buFont typeface="Arial" panose="020B0604020202020204" pitchFamily="34" charset="0"/>
              <a:buChar char="•"/>
            </a:pPr>
            <a:r>
              <a:rPr lang="en-US" sz="1800" dirty="0">
                <a:solidFill>
                  <a:srgbClr val="C6DAEC"/>
                </a:solidFill>
                <a:latin typeface="Times New Roman" panose="02020603050405020304" pitchFamily="18" charset="0"/>
                <a:ea typeface="Muli"/>
                <a:cs typeface="Times New Roman" panose="02020603050405020304" pitchFamily="18" charset="0"/>
                <a:sym typeface="Muli"/>
              </a:rPr>
              <a:t>Using this project people can save their time, water, electricity and also make their city clean which helps to provide core infrastructure and gives decent quality of life to it's citizens, a clean and sustainable environment.</a:t>
            </a:r>
          </a:p>
        </p:txBody>
      </p:sp>
    </p:spTree>
    <p:extLst>
      <p:ext uri="{BB962C8B-B14F-4D97-AF65-F5344CB8AC3E}">
        <p14:creationId xmlns:p14="http://schemas.microsoft.com/office/powerpoint/2010/main" val="3240435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42;p12">
            <a:extLst>
              <a:ext uri="{FF2B5EF4-FFF2-40B4-BE49-F238E27FC236}">
                <a16:creationId xmlns:a16="http://schemas.microsoft.com/office/drawing/2014/main" id="{35B8121B-60E9-4F84-BDBA-025CDFA4C779}"/>
              </a:ext>
            </a:extLst>
          </p:cNvPr>
          <p:cNvSpPr txBox="1">
            <a:spLocks noGrp="1"/>
          </p:cNvSpPr>
          <p:nvPr/>
        </p:nvSpPr>
        <p:spPr>
          <a:xfrm>
            <a:off x="1930401" y="874699"/>
            <a:ext cx="8246533" cy="645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1pPr>
            <a:lvl2pPr marR="0" lvl="1"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2pPr>
            <a:lvl3pPr marR="0" lvl="2"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3pPr>
            <a:lvl4pPr marR="0" lvl="3"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4pPr>
            <a:lvl5pPr marR="0" lvl="4"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5pPr>
            <a:lvl6pPr marR="0" lvl="5"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6pPr>
            <a:lvl7pPr marR="0" lvl="6"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7pPr>
            <a:lvl8pPr marR="0" lvl="7"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8pPr>
            <a:lvl9pPr marR="0" lvl="8" algn="l" rtl="0">
              <a:lnSpc>
                <a:spcPct val="100000"/>
              </a:lnSpc>
              <a:spcBef>
                <a:spcPts val="0"/>
              </a:spcBef>
              <a:spcAft>
                <a:spcPts val="0"/>
              </a:spcAft>
              <a:buClr>
                <a:srgbClr val="19BBD5"/>
              </a:buClr>
              <a:buSzPts val="4000"/>
              <a:buFont typeface="Nixie One"/>
              <a:buNone/>
              <a:defRPr sz="4000" b="0" i="0" u="none" strike="noStrike" cap="none">
                <a:solidFill>
                  <a:srgbClr val="19BBD5"/>
                </a:solidFill>
                <a:latin typeface="Nixie One"/>
                <a:ea typeface="Nixie One"/>
                <a:cs typeface="Nixie One"/>
                <a:sym typeface="Nixie One"/>
              </a:defRPr>
            </a:lvl9pPr>
          </a:lstStyle>
          <a:p>
            <a:pPr marL="0" lvl="0" indent="0" algn="l" rtl="0">
              <a:spcBef>
                <a:spcPts val="0"/>
              </a:spcBef>
              <a:spcAft>
                <a:spcPts val="0"/>
              </a:spcAft>
              <a:buNone/>
            </a:pPr>
            <a:r>
              <a:rPr lang="en-IN" sz="4400" u="sng" dirty="0">
                <a:latin typeface="Algerian" panose="04020705040A02060702" pitchFamily="82" charset="0"/>
                <a:cs typeface="Times New Roman" panose="02020603050405020304" pitchFamily="18" charset="0"/>
              </a:rPr>
              <a:t>E</a:t>
            </a:r>
            <a:r>
              <a:rPr lang="en" sz="4400" u="sng" dirty="0">
                <a:latin typeface="Algerian" panose="04020705040A02060702" pitchFamily="82" charset="0"/>
                <a:cs typeface="Times New Roman" panose="02020603050405020304" pitchFamily="18" charset="0"/>
              </a:rPr>
              <a:t>conomical impact</a:t>
            </a:r>
            <a:endParaRPr sz="4400" u="sng" dirty="0">
              <a:latin typeface="Algerian" panose="04020705040A02060702" pitchFamily="82" charset="0"/>
              <a:cs typeface="Times New Roman" panose="02020603050405020304" pitchFamily="18" charset="0"/>
            </a:endParaRPr>
          </a:p>
        </p:txBody>
      </p:sp>
      <p:sp>
        <p:nvSpPr>
          <p:cNvPr id="8" name="Google Shape;343;p12">
            <a:extLst>
              <a:ext uri="{FF2B5EF4-FFF2-40B4-BE49-F238E27FC236}">
                <a16:creationId xmlns:a16="http://schemas.microsoft.com/office/drawing/2014/main" id="{FC289210-A35C-4F65-BA0F-E078E9B1BC6C}"/>
              </a:ext>
            </a:extLst>
          </p:cNvPr>
          <p:cNvSpPr txBox="1"/>
          <p:nvPr/>
        </p:nvSpPr>
        <p:spPr>
          <a:xfrm>
            <a:off x="1607002" y="1519999"/>
            <a:ext cx="6072265" cy="36235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lvl="0" indent="-285750" algn="just" rtl="0">
              <a:spcBef>
                <a:spcPts val="600"/>
              </a:spcBef>
              <a:spcAft>
                <a:spcPts val="0"/>
              </a:spcAft>
              <a:buClr>
                <a:schemeClr val="dk1"/>
              </a:buClr>
              <a:buSzPts val="1100"/>
              <a:buFont typeface="Arial" panose="020B0604020202020204" pitchFamily="34" charset="0"/>
              <a:buChar char="•"/>
            </a:pPr>
            <a:r>
              <a:rPr lang="en-US" sz="1800" dirty="0">
                <a:solidFill>
                  <a:srgbClr val="C6DAEC"/>
                </a:solidFill>
                <a:latin typeface="Times New Roman" panose="02020603050405020304" pitchFamily="18" charset="0"/>
                <a:ea typeface="Muli"/>
                <a:cs typeface="Times New Roman" panose="02020603050405020304" pitchFamily="18" charset="0"/>
                <a:sym typeface="Muli"/>
              </a:rPr>
              <a:t>Automation brings cost saving with AI based and IOT technologies automating city resources such as water, electricity, and saving significant amount of money by doing so.</a:t>
            </a:r>
          </a:p>
          <a:p>
            <a:pPr marL="285750" lvl="0" indent="-285750" algn="just" rtl="0">
              <a:spcBef>
                <a:spcPts val="600"/>
              </a:spcBef>
              <a:spcAft>
                <a:spcPts val="0"/>
              </a:spcAft>
              <a:buClr>
                <a:schemeClr val="dk1"/>
              </a:buClr>
              <a:buSzPts val="1100"/>
              <a:buFont typeface="Arial" panose="020B0604020202020204" pitchFamily="34" charset="0"/>
              <a:buChar char="•"/>
            </a:pPr>
            <a:r>
              <a:rPr lang="en-US" sz="1800" dirty="0">
                <a:solidFill>
                  <a:srgbClr val="C6DAEC"/>
                </a:solidFill>
                <a:latin typeface="Times New Roman" panose="02020603050405020304" pitchFamily="18" charset="0"/>
                <a:ea typeface="Muli"/>
                <a:cs typeface="Times New Roman" panose="02020603050405020304" pitchFamily="18" charset="0"/>
                <a:sym typeface="Muli"/>
              </a:rPr>
              <a:t>A sustainable ecosystem with reduced emission and cleaner city, greatly increase the standards of living, happiness and leads to economic growth.</a:t>
            </a:r>
          </a:p>
          <a:p>
            <a:pPr marL="285750" lvl="0" indent="-285750" algn="just" rtl="0">
              <a:spcBef>
                <a:spcPts val="600"/>
              </a:spcBef>
              <a:spcAft>
                <a:spcPts val="0"/>
              </a:spcAft>
              <a:buClr>
                <a:schemeClr val="dk1"/>
              </a:buClr>
              <a:buSzPts val="1100"/>
              <a:buFont typeface="Arial" panose="020B0604020202020204" pitchFamily="34" charset="0"/>
              <a:buChar char="•"/>
            </a:pPr>
            <a:r>
              <a:rPr lang="en-US" sz="1800" dirty="0">
                <a:solidFill>
                  <a:srgbClr val="C6DAEC"/>
                </a:solidFill>
                <a:latin typeface="Times New Roman" panose="02020603050405020304" pitchFamily="18" charset="0"/>
                <a:ea typeface="Muli"/>
                <a:cs typeface="Times New Roman" panose="02020603050405020304" pitchFamily="18" charset="0"/>
                <a:sym typeface="Muli"/>
              </a:rPr>
              <a:t>Smart Cities are great investment that can impact the economy in a positive way.</a:t>
            </a:r>
          </a:p>
          <a:p>
            <a:pPr marL="285750" lvl="0" indent="-285750" algn="just" rtl="0">
              <a:spcBef>
                <a:spcPts val="600"/>
              </a:spcBef>
              <a:spcAft>
                <a:spcPts val="0"/>
              </a:spcAft>
              <a:buClr>
                <a:schemeClr val="dk1"/>
              </a:buClr>
              <a:buSzPts val="1100"/>
              <a:buFont typeface="Arial" panose="020B0604020202020204" pitchFamily="34" charset="0"/>
              <a:buChar char="•"/>
            </a:pPr>
            <a:endParaRPr lang="en-US" sz="1800" dirty="0">
              <a:solidFill>
                <a:srgbClr val="C6DAEC"/>
              </a:solidFill>
              <a:latin typeface="Times New Roman" panose="02020603050405020304" pitchFamily="18" charset="0"/>
              <a:ea typeface="Muli"/>
              <a:cs typeface="Times New Roman" panose="02020603050405020304" pitchFamily="18" charset="0"/>
              <a:sym typeface="Muli"/>
            </a:endParaRPr>
          </a:p>
          <a:p>
            <a:pPr marL="285750" lvl="0" indent="-285750" algn="just" rtl="0">
              <a:spcBef>
                <a:spcPts val="600"/>
              </a:spcBef>
              <a:spcAft>
                <a:spcPts val="0"/>
              </a:spcAft>
              <a:buClr>
                <a:schemeClr val="dk1"/>
              </a:buClr>
              <a:buSzPts val="1100"/>
              <a:buFont typeface="Arial" panose="020B0604020202020204" pitchFamily="34" charset="0"/>
              <a:buChar char="•"/>
            </a:pPr>
            <a:endParaRPr lang="en-US" sz="1800" dirty="0">
              <a:solidFill>
                <a:srgbClr val="C6DAEC"/>
              </a:solidFill>
              <a:latin typeface="Times New Roman" panose="02020603050405020304" pitchFamily="18" charset="0"/>
              <a:ea typeface="Muli"/>
              <a:cs typeface="Times New Roman" panose="02020603050405020304" pitchFamily="18" charset="0"/>
              <a:sym typeface="Muli"/>
            </a:endParaRPr>
          </a:p>
        </p:txBody>
      </p:sp>
    </p:spTree>
    <p:extLst>
      <p:ext uri="{BB962C8B-B14F-4D97-AF65-F5344CB8AC3E}">
        <p14:creationId xmlns:p14="http://schemas.microsoft.com/office/powerpoint/2010/main" val="3748723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2"/>
          <p:cNvSpPr txBox="1">
            <a:spLocks noGrp="1"/>
          </p:cNvSpPr>
          <p:nvPr>
            <p:ph type="title"/>
          </p:nvPr>
        </p:nvSpPr>
        <p:spPr>
          <a:xfrm>
            <a:off x="2384128" y="376075"/>
            <a:ext cx="5443462" cy="74430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400" u="sng" dirty="0">
                <a:latin typeface="Algerian" panose="04020705040A02060702" pitchFamily="82" charset="0"/>
                <a:cs typeface="Times New Roman" panose="02020603050405020304" pitchFamily="18" charset="0"/>
              </a:rPr>
              <a:t>Future Plan</a:t>
            </a:r>
            <a:endParaRPr sz="5400" u="sng" dirty="0">
              <a:latin typeface="Algerian" panose="04020705040A02060702" pitchFamily="82" charset="0"/>
              <a:cs typeface="Times New Roman" panose="02020603050405020304" pitchFamily="18" charset="0"/>
            </a:endParaRPr>
          </a:p>
        </p:txBody>
      </p:sp>
      <p:sp>
        <p:nvSpPr>
          <p:cNvPr id="4" name="Google Shape;343;p12">
            <a:extLst>
              <a:ext uri="{FF2B5EF4-FFF2-40B4-BE49-F238E27FC236}">
                <a16:creationId xmlns:a16="http://schemas.microsoft.com/office/drawing/2014/main" id="{F58B5B3A-17A2-400C-85A6-C96B873772B4}"/>
              </a:ext>
            </a:extLst>
          </p:cNvPr>
          <p:cNvSpPr txBox="1"/>
          <p:nvPr/>
        </p:nvSpPr>
        <p:spPr>
          <a:xfrm>
            <a:off x="1633789" y="1261532"/>
            <a:ext cx="6468811" cy="3673421"/>
          </a:xfrm>
          <a:prstGeom prst="rect">
            <a:avLst/>
          </a:prstGeom>
          <a:noFill/>
          <a:ln>
            <a:noFill/>
          </a:ln>
        </p:spPr>
        <p:txBody>
          <a:bodyPr spcFirstLastPara="1" wrap="square" lIns="91425" tIns="91425" rIns="91425" bIns="91425" anchor="t" anchorCtr="0">
            <a:noAutofit/>
          </a:bodyPr>
          <a:lstStyle/>
          <a:p>
            <a:pPr lvl="0" algn="just" rtl="0">
              <a:spcBef>
                <a:spcPts val="600"/>
              </a:spcBef>
              <a:spcAft>
                <a:spcPts val="0"/>
              </a:spcAft>
              <a:buClr>
                <a:schemeClr val="dk1"/>
              </a:buClr>
              <a:buSzPts val="1100"/>
            </a:pPr>
            <a:r>
              <a:rPr lang="en-US" sz="1800" dirty="0">
                <a:solidFill>
                  <a:srgbClr val="C6DAEC"/>
                </a:solidFill>
                <a:latin typeface="Times New Roman" panose="02020603050405020304" pitchFamily="18" charset="0"/>
                <a:ea typeface="Muli"/>
                <a:cs typeface="Times New Roman" panose="02020603050405020304" pitchFamily="18" charset="0"/>
                <a:sym typeface="Muli"/>
              </a:rPr>
              <a:t>As we know there is no limit that can include in the Smart City. </a:t>
            </a:r>
          </a:p>
          <a:p>
            <a:pPr lvl="0" algn="just" rtl="0">
              <a:spcBef>
                <a:spcPts val="600"/>
              </a:spcBef>
              <a:spcAft>
                <a:spcPts val="0"/>
              </a:spcAft>
              <a:buClr>
                <a:schemeClr val="dk1"/>
              </a:buClr>
              <a:buSzPts val="1100"/>
            </a:pPr>
            <a:endParaRPr lang="en-US" sz="1800" dirty="0">
              <a:solidFill>
                <a:srgbClr val="C6DAEC"/>
              </a:solidFill>
              <a:latin typeface="Times New Roman" panose="02020603050405020304" pitchFamily="18" charset="0"/>
              <a:ea typeface="Muli"/>
              <a:cs typeface="Times New Roman" panose="02020603050405020304" pitchFamily="18" charset="0"/>
              <a:sym typeface="Muli"/>
            </a:endParaRPr>
          </a:p>
          <a:p>
            <a:pPr lvl="4" algn="just">
              <a:spcBef>
                <a:spcPts val="600"/>
              </a:spcBef>
              <a:buClr>
                <a:schemeClr val="dk1"/>
              </a:buClr>
              <a:buSzPts val="1100"/>
            </a:pPr>
            <a:r>
              <a:rPr lang="en-US" sz="1800" dirty="0">
                <a:solidFill>
                  <a:srgbClr val="C6DAEC"/>
                </a:solidFill>
                <a:latin typeface="Times New Roman" panose="02020603050405020304" pitchFamily="18" charset="0"/>
                <a:ea typeface="Muli"/>
                <a:cs typeface="Times New Roman" panose="02020603050405020304" pitchFamily="18" charset="0"/>
                <a:sym typeface="Muli"/>
              </a:rPr>
              <a:t>As we have completed primary modules we will going to add some module in the project like...</a:t>
            </a:r>
          </a:p>
          <a:p>
            <a:pPr lvl="4" algn="just">
              <a:spcBef>
                <a:spcPts val="600"/>
              </a:spcBef>
              <a:buClr>
                <a:schemeClr val="dk1"/>
              </a:buClr>
              <a:buSzPts val="1100"/>
            </a:pPr>
            <a:endParaRPr lang="en-US" sz="1800" dirty="0">
              <a:solidFill>
                <a:srgbClr val="C6DAEC"/>
              </a:solidFill>
              <a:latin typeface="Times New Roman" panose="02020603050405020304" pitchFamily="18" charset="0"/>
              <a:ea typeface="Muli"/>
              <a:cs typeface="Times New Roman" panose="02020603050405020304" pitchFamily="18" charset="0"/>
              <a:sym typeface="Muli"/>
            </a:endParaRPr>
          </a:p>
          <a:p>
            <a:pPr lvl="4" algn="just">
              <a:spcBef>
                <a:spcPts val="600"/>
              </a:spcBef>
              <a:buClr>
                <a:schemeClr val="dk1"/>
              </a:buClr>
              <a:buSzPts val="1100"/>
            </a:pPr>
            <a:r>
              <a:rPr lang="en-US" sz="1800" dirty="0">
                <a:solidFill>
                  <a:srgbClr val="C6DAEC"/>
                </a:solidFill>
                <a:latin typeface="Times New Roman" panose="02020603050405020304" pitchFamily="18" charset="0"/>
                <a:ea typeface="Muli"/>
                <a:cs typeface="Times New Roman" panose="02020603050405020304" pitchFamily="18" charset="0"/>
                <a:sym typeface="Muli"/>
              </a:rPr>
              <a:t>Traffic Management System, </a:t>
            </a:r>
          </a:p>
          <a:p>
            <a:pPr lvl="4" algn="just">
              <a:spcBef>
                <a:spcPts val="600"/>
              </a:spcBef>
              <a:buClr>
                <a:schemeClr val="dk1"/>
              </a:buClr>
              <a:buSzPts val="1100"/>
            </a:pPr>
            <a:r>
              <a:rPr lang="en-US" sz="1800" dirty="0">
                <a:solidFill>
                  <a:srgbClr val="C6DAEC"/>
                </a:solidFill>
                <a:latin typeface="Times New Roman" panose="02020603050405020304" pitchFamily="18" charset="0"/>
                <a:ea typeface="Muli"/>
                <a:cs typeface="Times New Roman" panose="02020603050405020304" pitchFamily="18" charset="0"/>
                <a:sym typeface="Muli"/>
              </a:rPr>
              <a:t>Air Pollution Management, </a:t>
            </a:r>
          </a:p>
          <a:p>
            <a:pPr lvl="4" algn="just">
              <a:spcBef>
                <a:spcPts val="600"/>
              </a:spcBef>
              <a:buClr>
                <a:schemeClr val="dk1"/>
              </a:buClr>
              <a:buSzPts val="1100"/>
            </a:pPr>
            <a:r>
              <a:rPr lang="en-US" sz="1800" dirty="0">
                <a:solidFill>
                  <a:srgbClr val="C6DAEC"/>
                </a:solidFill>
                <a:latin typeface="Times New Roman" panose="02020603050405020304" pitchFamily="18" charset="0"/>
                <a:ea typeface="Muli"/>
                <a:cs typeface="Times New Roman" panose="02020603050405020304" pitchFamily="18" charset="0"/>
                <a:sym typeface="Muli"/>
              </a:rPr>
              <a:t>Smart Irrigation System,</a:t>
            </a:r>
          </a:p>
          <a:p>
            <a:pPr lvl="4" algn="just">
              <a:spcBef>
                <a:spcPts val="600"/>
              </a:spcBef>
              <a:buClr>
                <a:schemeClr val="dk1"/>
              </a:buClr>
              <a:buSzPts val="1100"/>
            </a:pPr>
            <a:r>
              <a:rPr lang="en-US" sz="1800" dirty="0">
                <a:solidFill>
                  <a:srgbClr val="C6DAEC"/>
                </a:solidFill>
                <a:latin typeface="Times New Roman" panose="02020603050405020304" pitchFamily="18" charset="0"/>
                <a:ea typeface="Muli"/>
                <a:cs typeface="Times New Roman" panose="02020603050405020304" pitchFamily="18" charset="0"/>
                <a:sym typeface="Muli"/>
              </a:rPr>
              <a:t>Home Automation System,</a:t>
            </a:r>
          </a:p>
          <a:p>
            <a:pPr lvl="4" algn="just">
              <a:spcBef>
                <a:spcPts val="600"/>
              </a:spcBef>
              <a:buClr>
                <a:schemeClr val="dk1"/>
              </a:buClr>
              <a:buSzPts val="1100"/>
            </a:pPr>
            <a:r>
              <a:rPr lang="en-US" sz="1800" dirty="0">
                <a:solidFill>
                  <a:srgbClr val="C6DAEC"/>
                </a:solidFill>
                <a:latin typeface="Times New Roman" panose="02020603050405020304" pitchFamily="18" charset="0"/>
                <a:ea typeface="Muli"/>
                <a:cs typeface="Times New Roman" panose="02020603050405020304" pitchFamily="18" charset="0"/>
                <a:sym typeface="Muli"/>
              </a:rPr>
              <a:t>Smart Building  </a:t>
            </a:r>
            <a:r>
              <a:rPr lang="en-US" sz="1800" dirty="0" err="1">
                <a:solidFill>
                  <a:srgbClr val="C6DAEC"/>
                </a:solidFill>
                <a:latin typeface="Times New Roman" panose="02020603050405020304" pitchFamily="18" charset="0"/>
                <a:ea typeface="Muli"/>
                <a:cs typeface="Times New Roman" panose="02020603050405020304" pitchFamily="18" charset="0"/>
                <a:sym typeface="Muli"/>
              </a:rPr>
              <a:t>etc</a:t>
            </a:r>
            <a:r>
              <a:rPr lang="en-US" sz="1800" dirty="0">
                <a:solidFill>
                  <a:srgbClr val="C6DAEC"/>
                </a:solidFill>
                <a:latin typeface="Times New Roman" panose="02020603050405020304" pitchFamily="18" charset="0"/>
                <a:ea typeface="Muli"/>
                <a:cs typeface="Times New Roman" panose="02020603050405020304" pitchFamily="18" charset="0"/>
                <a:sym typeface="Muli"/>
              </a:rPr>
              <a:t>…</a:t>
            </a:r>
          </a:p>
        </p:txBody>
      </p:sp>
    </p:spTree>
    <p:extLst>
      <p:ext uri="{BB962C8B-B14F-4D97-AF65-F5344CB8AC3E}">
        <p14:creationId xmlns:p14="http://schemas.microsoft.com/office/powerpoint/2010/main" val="2262701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7" name="Title 1">
            <a:extLst>
              <a:ext uri="{FF2B5EF4-FFF2-40B4-BE49-F238E27FC236}">
                <a16:creationId xmlns:a16="http://schemas.microsoft.com/office/drawing/2014/main" id="{AFCA41B5-2972-414F-A572-14F35D128C28}"/>
              </a:ext>
            </a:extLst>
          </p:cNvPr>
          <p:cNvSpPr>
            <a:spLocks noGrp="1"/>
          </p:cNvSpPr>
          <p:nvPr>
            <p:ph type="title"/>
          </p:nvPr>
        </p:nvSpPr>
        <p:spPr>
          <a:xfrm>
            <a:off x="0" y="0"/>
            <a:ext cx="9144000" cy="855133"/>
          </a:xfrm>
        </p:spPr>
        <p:txBody>
          <a:bodyPr>
            <a:normAutofit fontScale="90000"/>
          </a:bodyPr>
          <a:lstStyle/>
          <a:p>
            <a:pPr algn="ctr"/>
            <a:r>
              <a:rPr lang="en-IN" sz="5400" u="sng" dirty="0">
                <a:effectLst/>
                <a:latin typeface="Algerian" panose="04020705040A02060702" pitchFamily="82" charset="0"/>
                <a:ea typeface="Calibri" panose="020F0502020204030204" pitchFamily="34" charset="0"/>
                <a:cs typeface="Arial" panose="020B0604020202020204" pitchFamily="34" charset="0"/>
              </a:rPr>
              <a:t>REFERENCES</a:t>
            </a:r>
            <a:endParaRPr lang="en-IN" sz="8800" dirty="0">
              <a:latin typeface="Algerian" panose="04020705040A02060702" pitchFamily="82" charset="0"/>
            </a:endParaRPr>
          </a:p>
        </p:txBody>
      </p:sp>
      <p:sp>
        <p:nvSpPr>
          <p:cNvPr id="8" name="Content Placeholder 2">
            <a:extLst>
              <a:ext uri="{FF2B5EF4-FFF2-40B4-BE49-F238E27FC236}">
                <a16:creationId xmlns:a16="http://schemas.microsoft.com/office/drawing/2014/main" id="{98478A80-767A-4B9F-B944-A1BA01B38E51}"/>
              </a:ext>
            </a:extLst>
          </p:cNvPr>
          <p:cNvSpPr txBox="1">
            <a:spLocks/>
          </p:cNvSpPr>
          <p:nvPr/>
        </p:nvSpPr>
        <p:spPr>
          <a:xfrm>
            <a:off x="2070391" y="762000"/>
            <a:ext cx="5651209" cy="4372958"/>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7500" algn="l" rtl="0">
              <a:lnSpc>
                <a:spcPct val="100000"/>
              </a:lnSpc>
              <a:spcBef>
                <a:spcPts val="60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1pPr>
            <a:lvl2pPr marL="914400" marR="0" lvl="1"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2pPr>
            <a:lvl3pPr marL="1371600" marR="0" lvl="2"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3pPr>
            <a:lvl4pPr marL="1828800" marR="0" lvl="3"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4pPr>
            <a:lvl5pPr marL="2286000" marR="0" lvl="4" indent="-317500" algn="l" rtl="0">
              <a:lnSpc>
                <a:spcPct val="100000"/>
              </a:lnSpc>
              <a:spcBef>
                <a:spcPts val="0"/>
              </a:spcBef>
              <a:spcAft>
                <a:spcPts val="0"/>
              </a:spcAft>
              <a:buClr>
                <a:srgbClr val="19BBD5"/>
              </a:buClr>
              <a:buSzPts val="1400"/>
              <a:buFont typeface="Muli"/>
              <a:buChar char="○"/>
              <a:defRPr sz="1400" b="0" i="0" u="none" strike="noStrike" cap="none">
                <a:solidFill>
                  <a:srgbClr val="C6DAEC"/>
                </a:solidFill>
                <a:latin typeface="Muli"/>
                <a:ea typeface="Muli"/>
                <a:cs typeface="Muli"/>
                <a:sym typeface="Muli"/>
              </a:defRPr>
            </a:lvl5pPr>
            <a:lvl6pPr marL="2743200" marR="0" lvl="5"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6pPr>
            <a:lvl7pPr marL="3200400" marR="0" lvl="6"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7pPr>
            <a:lvl8pPr marL="3657600" marR="0" lvl="7"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8pPr>
            <a:lvl9pPr marL="4114800" marR="0" lvl="8" indent="-317500" algn="l" rtl="0">
              <a:lnSpc>
                <a:spcPct val="100000"/>
              </a:lnSpc>
              <a:spcBef>
                <a:spcPts val="0"/>
              </a:spcBef>
              <a:spcAft>
                <a:spcPts val="0"/>
              </a:spcAft>
              <a:buClr>
                <a:srgbClr val="C6DAEC"/>
              </a:buClr>
              <a:buSzPts val="1400"/>
              <a:buFont typeface="Muli"/>
              <a:buChar char="■"/>
              <a:defRPr sz="1400" b="0" i="0" u="none" strike="noStrike" cap="none">
                <a:solidFill>
                  <a:srgbClr val="C6DAEC"/>
                </a:solidFill>
                <a:latin typeface="Muli"/>
                <a:ea typeface="Muli"/>
                <a:cs typeface="Muli"/>
                <a:sym typeface="Muli"/>
              </a:defRPr>
            </a:lvl9pPr>
          </a:lstStyle>
          <a:p>
            <a:pPr>
              <a:lnSpc>
                <a:spcPct val="107000"/>
              </a:lnSpc>
              <a:spcAft>
                <a:spcPts val="800"/>
              </a:spcAft>
              <a:buFont typeface="Wingdings" panose="05000000000000000000" pitchFamily="2" charset="2"/>
              <a:buChar char="Ø"/>
            </a:pPr>
            <a:r>
              <a:rPr lang="en-IN" sz="1600" u="sng" dirty="0">
                <a:latin typeface="Times New Roman" panose="02020603050405020304" pitchFamily="18" charset="0"/>
                <a:ea typeface="Calibri" panose="020F0502020204030204" pitchFamily="34" charset="0"/>
                <a:cs typeface="Times New Roman" panose="02020603050405020304" pitchFamily="18" charset="0"/>
              </a:rPr>
              <a:t>Online IDE for Project Designing</a:t>
            </a:r>
          </a:p>
          <a:p>
            <a:pPr lvl="1">
              <a:lnSpc>
                <a:spcPct val="107000"/>
              </a:lnSpc>
              <a:spcAft>
                <a:spcPts val="800"/>
              </a:spcAft>
            </a:pPr>
            <a:r>
              <a:rPr lang="en-IN" sz="1600" u="sng" dirty="0">
                <a:latin typeface="Times New Roman" panose="02020603050405020304" pitchFamily="18" charset="0"/>
                <a:ea typeface="Calibri" panose="020F0502020204030204" pitchFamily="34" charset="0"/>
                <a:cs typeface="Times New Roman" panose="02020603050405020304" pitchFamily="18" charset="0"/>
                <a:hlinkClick r:id="rId3"/>
              </a:rPr>
              <a:t>https://www.tinkercad.com/dashboard</a:t>
            </a:r>
            <a:endParaRPr lang="en-IN" sz="1600"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Font typeface="Wingdings" panose="05000000000000000000" pitchFamily="2" charset="2"/>
              <a:buChar char="Ø"/>
            </a:pPr>
            <a:r>
              <a:rPr lang="en-IN" sz="1600" u="sng" dirty="0">
                <a:latin typeface="Times New Roman" panose="02020603050405020304" pitchFamily="18" charset="0"/>
                <a:ea typeface="Calibri" panose="020F0502020204030204" pitchFamily="34" charset="0"/>
                <a:cs typeface="Times New Roman" panose="02020603050405020304" pitchFamily="18" charset="0"/>
              </a:rPr>
              <a:t>Open Source IDE for Arduino Development</a:t>
            </a:r>
          </a:p>
          <a:p>
            <a:pPr lvl="1">
              <a:lnSpc>
                <a:spcPct val="107000"/>
              </a:lnSpc>
              <a:spcAft>
                <a:spcPts val="800"/>
              </a:spcAft>
            </a:pPr>
            <a:r>
              <a:rPr lang="en-IN" sz="1600" u="sng" dirty="0">
                <a:latin typeface="Times New Roman" panose="02020603050405020304" pitchFamily="18" charset="0"/>
                <a:ea typeface="Calibri" panose="020F0502020204030204" pitchFamily="34" charset="0"/>
                <a:cs typeface="Times New Roman" panose="02020603050405020304" pitchFamily="18" charset="0"/>
                <a:hlinkClick r:id="rId4"/>
              </a:rPr>
              <a:t>https://create.arduino.cc</a:t>
            </a:r>
            <a:endParaRPr lang="en-IN" sz="1600"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Font typeface="Wingdings" panose="05000000000000000000" pitchFamily="2" charset="2"/>
              <a:buChar char="Ø"/>
            </a:pPr>
            <a:r>
              <a:rPr lang="en-IN" sz="1600" u="sng" dirty="0">
                <a:latin typeface="Times New Roman" panose="02020603050405020304" pitchFamily="18" charset="0"/>
                <a:ea typeface="Calibri" panose="020F0502020204030204" pitchFamily="34" charset="0"/>
                <a:cs typeface="Times New Roman" panose="02020603050405020304" pitchFamily="18" charset="0"/>
              </a:rPr>
              <a:t>Google </a:t>
            </a:r>
            <a:r>
              <a:rPr lang="en-IN" sz="1600" u="sng" dirty="0" err="1">
                <a:latin typeface="Times New Roman" panose="02020603050405020304" pitchFamily="18" charset="0"/>
                <a:ea typeface="Calibri" panose="020F0502020204030204" pitchFamily="34" charset="0"/>
                <a:cs typeface="Times New Roman" panose="02020603050405020304" pitchFamily="18" charset="0"/>
              </a:rPr>
              <a:t>FireBase</a:t>
            </a:r>
            <a:endParaRPr lang="en-IN" sz="1600" u="sng" dirty="0">
              <a:latin typeface="Times New Roman" panose="02020603050405020304" pitchFamily="18" charset="0"/>
              <a:ea typeface="Calibri" panose="020F0502020204030204" pitchFamily="34" charset="0"/>
              <a:cs typeface="Times New Roman" panose="02020603050405020304" pitchFamily="18" charset="0"/>
            </a:endParaRPr>
          </a:p>
          <a:p>
            <a:pPr lvl="1">
              <a:lnSpc>
                <a:spcPct val="107000"/>
              </a:lnSpc>
              <a:spcAft>
                <a:spcPts val="800"/>
              </a:spcAft>
            </a:pPr>
            <a:r>
              <a:rPr lang="en-IN" sz="1600" u="sng" dirty="0">
                <a:latin typeface="Times New Roman" panose="02020603050405020304" pitchFamily="18" charset="0"/>
                <a:ea typeface="Calibri" panose="020F0502020204030204" pitchFamily="34" charset="0"/>
                <a:cs typeface="Times New Roman" panose="02020603050405020304" pitchFamily="18" charset="0"/>
                <a:hlinkClick r:id="rId5"/>
              </a:rPr>
              <a:t>https://firebase.google.com/</a:t>
            </a:r>
            <a:endParaRPr lang="en-IN" sz="1600" u="sng" dirty="0">
              <a:latin typeface="Times New Roman" panose="02020603050405020304" pitchFamily="18" charset="0"/>
              <a:ea typeface="Calibri" panose="020F0502020204030204" pitchFamily="34" charset="0"/>
              <a:cs typeface="Times New Roman" panose="02020603050405020304" pitchFamily="18" charset="0"/>
            </a:endParaRPr>
          </a:p>
          <a:p>
            <a:pPr lvl="1">
              <a:lnSpc>
                <a:spcPct val="107000"/>
              </a:lnSpc>
              <a:spcAft>
                <a:spcPts val="800"/>
              </a:spcAft>
            </a:pPr>
            <a:r>
              <a:rPr lang="en-IN" sz="1600" u="sng" dirty="0">
                <a:latin typeface="Times New Roman" panose="02020603050405020304" pitchFamily="18" charset="0"/>
                <a:ea typeface="Calibri" panose="020F0502020204030204" pitchFamily="34" charset="0"/>
                <a:cs typeface="Times New Roman" panose="02020603050405020304" pitchFamily="18" charset="0"/>
                <a:hlinkClick r:id="rId6"/>
              </a:rPr>
              <a:t>https://firebase.google.com/docs</a:t>
            </a:r>
            <a:endParaRPr lang="en-IN" sz="1600"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Font typeface="Wingdings" panose="05000000000000000000" pitchFamily="2" charset="2"/>
              <a:buChar char="Ø"/>
            </a:pPr>
            <a:r>
              <a:rPr lang="en-IN" sz="1600" u="sng" dirty="0">
                <a:latin typeface="Times New Roman" panose="02020603050405020304" pitchFamily="18" charset="0"/>
                <a:ea typeface="Calibri" panose="020F0502020204030204" pitchFamily="34" charset="0"/>
                <a:cs typeface="Times New Roman" panose="02020603050405020304" pitchFamily="18" charset="0"/>
                <a:hlinkClick r:id="" action="ppaction://noaction">
                  <a:extLst>
                    <a:ext uri="{A12FA001-AC4F-418D-AE19-62706E023703}">
                      <ahyp:hlinkClr xmlns:ahyp="http://schemas.microsoft.com/office/drawing/2018/hyperlinkcolor" val="tx"/>
                    </a:ext>
                  </a:extLst>
                </a:hlinkClick>
              </a:rPr>
              <a:t>GitHub</a:t>
            </a:r>
          </a:p>
          <a:p>
            <a:pPr lvl="1">
              <a:lnSpc>
                <a:spcPct val="107000"/>
              </a:lnSpc>
              <a:spcAft>
                <a:spcPts val="800"/>
              </a:spcAft>
            </a:pPr>
            <a:r>
              <a:rPr lang="en-IN" sz="1600" u="sng" dirty="0">
                <a:latin typeface="Times New Roman" panose="02020603050405020304" pitchFamily="18" charset="0"/>
                <a:ea typeface="Calibri" panose="020F0502020204030204" pitchFamily="34" charset="0"/>
                <a:cs typeface="Times New Roman" panose="02020603050405020304" pitchFamily="18" charset="0"/>
                <a:hlinkClick r:id="rId7"/>
              </a:rPr>
              <a:t>https://github.com/</a:t>
            </a:r>
            <a:endParaRPr lang="en-IN" sz="1600" u="sng"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Font typeface="Wingdings" panose="05000000000000000000" pitchFamily="2" charset="2"/>
              <a:buChar char="Ø"/>
            </a:pPr>
            <a:r>
              <a:rPr lang="en-IN" sz="1600" u="sng" dirty="0">
                <a:latin typeface="Times New Roman" panose="02020603050405020304" pitchFamily="18" charset="0"/>
                <a:ea typeface="Calibri" panose="020F0502020204030204" pitchFamily="34" charset="0"/>
                <a:cs typeface="Times New Roman" panose="02020603050405020304" pitchFamily="18" charset="0"/>
                <a:hlinkClick r:id="" action="ppaction://noaction">
                  <a:extLst>
                    <a:ext uri="{A12FA001-AC4F-418D-AE19-62706E023703}">
                      <ahyp:hlinkClr xmlns:ahyp="http://schemas.microsoft.com/office/drawing/2018/hyperlinkcolor" val="tx"/>
                    </a:ext>
                  </a:extLst>
                </a:hlinkClick>
              </a:rPr>
              <a:t>Blynk</a:t>
            </a:r>
          </a:p>
          <a:p>
            <a:pPr lvl="1">
              <a:lnSpc>
                <a:spcPct val="107000"/>
              </a:lnSpc>
              <a:spcAft>
                <a:spcPts val="800"/>
              </a:spcAft>
            </a:pPr>
            <a:r>
              <a:rPr lang="en-IN" sz="1600" u="sng" dirty="0">
                <a:latin typeface="Times New Roman" panose="02020603050405020304" pitchFamily="18" charset="0"/>
                <a:ea typeface="Calibri" panose="020F0502020204030204" pitchFamily="34" charset="0"/>
                <a:cs typeface="Times New Roman" panose="02020603050405020304" pitchFamily="18" charset="0"/>
                <a:hlinkClick r:id="rId8"/>
              </a:rPr>
              <a:t>https://blynk.io/</a:t>
            </a:r>
            <a:endParaRPr lang="en-IN" sz="1600" u="sng"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810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rot="20713090">
            <a:off x="2398430" y="914400"/>
            <a:ext cx="5638800" cy="341026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11500" dirty="0">
                <a:ln/>
                <a:solidFill>
                  <a:schemeClr val="bg2"/>
                </a:solidFill>
                <a:effectLst>
                  <a:glow rad="63500">
                    <a:schemeClr val="accent5">
                      <a:satMod val="175000"/>
                      <a:alpha val="40000"/>
                    </a:schemeClr>
                  </a:glow>
                </a:effectLst>
                <a:latin typeface="Algerian" panose="04020705040A02060702" pitchFamily="82" charset="0"/>
                <a:cs typeface="Times New Roman" panose="02020603050405020304" pitchFamily="18" charset="0"/>
              </a:rPr>
              <a:t>THANK YOU</a:t>
            </a:r>
            <a:endParaRPr sz="11500" dirty="0">
              <a:latin typeface="Times New Roman" panose="02020603050405020304" pitchFamily="18" charset="0"/>
              <a:cs typeface="Times New Roman" panose="02020603050405020304" pitchFamily="18" charset="0"/>
            </a:endParaRP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dirty="0">
              <a:solidFill>
                <a:srgbClr val="FFFFFF"/>
              </a:solidFill>
            </a:endParaRPr>
          </a:p>
        </p:txBody>
      </p:sp>
      <p:pic>
        <p:nvPicPr>
          <p:cNvPr id="5" name="Picture 4">
            <a:extLst>
              <a:ext uri="{FF2B5EF4-FFF2-40B4-BE49-F238E27FC236}">
                <a16:creationId xmlns:a16="http://schemas.microsoft.com/office/drawing/2014/main" id="{9D7C1933-58B5-4380-859F-8B70189973B9}"/>
              </a:ext>
            </a:extLst>
          </p:cNvPr>
          <p:cNvPicPr>
            <a:picLocks noChangeAspect="1"/>
          </p:cNvPicPr>
          <p:nvPr/>
        </p:nvPicPr>
        <p:blipFill>
          <a:blip r:embed="rId3"/>
          <a:stretch>
            <a:fillRect/>
          </a:stretch>
        </p:blipFill>
        <p:spPr>
          <a:xfrm>
            <a:off x="765034" y="1900784"/>
            <a:ext cx="1341932" cy="1341932"/>
          </a:xfrm>
          <a:prstGeom prst="rect">
            <a:avLst/>
          </a:prstGeom>
        </p:spPr>
      </p:pic>
    </p:spTree>
  </p:cSld>
  <p:clrMapOvr>
    <a:masterClrMapping/>
  </p:clrMapOvr>
</p:sld>
</file>

<file path=ppt/theme/theme1.xml><?xml version="1.0" encoding="utf-8"?>
<a:theme xmlns:a="http://schemas.openxmlformats.org/drawingml/2006/main" name="Imogen template">
  <a:themeElements>
    <a:clrScheme name="Custom 347">
      <a:dk1>
        <a:srgbClr val="FFFFFF"/>
      </a:dk1>
      <a:lt1>
        <a:srgbClr val="0E293C"/>
      </a:lt1>
      <a:dk2>
        <a:srgbClr val="BBC9D3"/>
      </a:dk2>
      <a:lt2>
        <a:srgbClr val="184769"/>
      </a:lt2>
      <a:accent1>
        <a:srgbClr val="00E1C6"/>
      </a:accent1>
      <a:accent2>
        <a:srgbClr val="19BBD5"/>
      </a:accent2>
      <a:accent3>
        <a:srgbClr val="2C9DDE"/>
      </a:accent3>
      <a:accent4>
        <a:srgbClr val="3274E1"/>
      </a:accent4>
      <a:accent5>
        <a:srgbClr val="4C4ED5"/>
      </a:accent5>
      <a:accent6>
        <a:srgbClr val="5CF55F"/>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TotalTime>
  <Words>933</Words>
  <Application>Microsoft Office PowerPoint</Application>
  <PresentationFormat>On-screen Show (16:9)</PresentationFormat>
  <Paragraphs>125</Paragraphs>
  <Slides>22</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Algerian</vt:lpstr>
      <vt:lpstr>Muli</vt:lpstr>
      <vt:lpstr>Times New Roman</vt:lpstr>
      <vt:lpstr>Wingdings</vt:lpstr>
      <vt:lpstr>Arial</vt:lpstr>
      <vt:lpstr>Nixie One</vt:lpstr>
      <vt:lpstr>Helvetica Neue</vt:lpstr>
      <vt:lpstr>Calibri</vt:lpstr>
      <vt:lpstr>Imogen template</vt:lpstr>
      <vt:lpstr>Smart City The IOT Project</vt:lpstr>
      <vt:lpstr>Group member’s details</vt:lpstr>
      <vt:lpstr>Outlines:</vt:lpstr>
      <vt:lpstr>DEFINITION</vt:lpstr>
      <vt:lpstr>OBJECTIVE</vt:lpstr>
      <vt:lpstr>PROJECT Details</vt:lpstr>
      <vt:lpstr>How It Works?</vt:lpstr>
      <vt:lpstr>SIMILAR PROJECTS AND THEIR LIMITATION</vt:lpstr>
      <vt:lpstr>Our services</vt:lpstr>
      <vt:lpstr>Smart waste management</vt:lpstr>
      <vt:lpstr>PowerPoint Presentation</vt:lpstr>
      <vt:lpstr>Automatic Street light</vt:lpstr>
      <vt:lpstr>PowerPoint Presentation</vt:lpstr>
      <vt:lpstr>Smart parking system</vt:lpstr>
      <vt:lpstr>PowerPoint Presentation</vt:lpstr>
      <vt:lpstr>Smart water system</vt:lpstr>
      <vt:lpstr>PowerPoint Presentation</vt:lpstr>
      <vt:lpstr>PowerPoint Presentation</vt:lpstr>
      <vt:lpstr>PowerPoint Presentation</vt:lpstr>
      <vt:lpstr>Future Plan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City The IOT Project</dc:title>
  <cp:lastModifiedBy>180163107027</cp:lastModifiedBy>
  <cp:revision>60</cp:revision>
  <dcterms:modified xsi:type="dcterms:W3CDTF">2026-08-06T15:43:20Z</dcterms:modified>
</cp:coreProperties>
</file>